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309" r:id="rId3"/>
    <p:sldId id="287" r:id="rId4"/>
    <p:sldId id="288" r:id="rId5"/>
    <p:sldId id="289" r:id="rId6"/>
    <p:sldId id="290" r:id="rId7"/>
    <p:sldId id="291" r:id="rId8"/>
    <p:sldId id="292" r:id="rId9"/>
    <p:sldId id="293" r:id="rId10"/>
    <p:sldId id="311" r:id="rId11"/>
    <p:sldId id="312" r:id="rId12"/>
    <p:sldId id="313" r:id="rId13"/>
    <p:sldId id="314" r:id="rId14"/>
    <p:sldId id="315" r:id="rId15"/>
    <p:sldId id="316" r:id="rId16"/>
    <p:sldId id="317" r:id="rId17"/>
    <p:sldId id="318" r:id="rId18"/>
    <p:sldId id="319" r:id="rId19"/>
    <p:sldId id="320" r:id="rId20"/>
    <p:sldId id="321" r:id="rId21"/>
    <p:sldId id="322" r:id="rId22"/>
    <p:sldId id="323" r:id="rId23"/>
    <p:sldId id="324" r:id="rId24"/>
    <p:sldId id="325" r:id="rId25"/>
    <p:sldId id="327" r:id="rId26"/>
    <p:sldId id="328" r:id="rId27"/>
    <p:sldId id="329" r:id="rId28"/>
    <p:sldId id="330" r:id="rId29"/>
    <p:sldId id="331" r:id="rId30"/>
    <p:sldId id="334" r:id="rId31"/>
    <p:sldId id="335" r:id="rId32"/>
    <p:sldId id="332" r:id="rId33"/>
    <p:sldId id="333" r:id="rId34"/>
  </p:sldIdLst>
  <p:sldSz cx="9144000" cy="5143500" type="screen16x9"/>
  <p:notesSz cx="6858000" cy="9144000"/>
  <p:custDataLst>
    <p:tags r:id="rId36"/>
  </p:custDataLst>
  <p:defaultTextStyle>
    <a:defPPr>
      <a:defRPr lang="zh-CN"/>
    </a:defPPr>
    <a:lvl1pPr algn="l" rtl="0" eaLnBrk="0" fontAlgn="base" hangingPunct="0">
      <a:lnSpc>
        <a:spcPct val="90000"/>
      </a:lnSpc>
      <a:spcBef>
        <a:spcPct val="20000"/>
      </a:spcBef>
      <a:spcAft>
        <a:spcPct val="0"/>
      </a:spcAft>
      <a:buClr>
        <a:srgbClr val="660066"/>
      </a:buClr>
      <a:buSzPct val="100000"/>
      <a:buFont typeface="Wingdings" panose="05000000000000000000" pitchFamily="2" charset="2"/>
      <a:defRPr sz="2200" b="1" kern="1200">
        <a:solidFill>
          <a:schemeClr val="tx1"/>
        </a:solidFill>
        <a:latin typeface="黑体" panose="02010609060101010101" pitchFamily="49" charset="-122"/>
        <a:ea typeface="黑体" panose="02010609060101010101" pitchFamily="49" charset="-122"/>
        <a:cs typeface="+mn-cs"/>
      </a:defRPr>
    </a:lvl1pPr>
    <a:lvl2pPr marL="457200" algn="l" rtl="0" eaLnBrk="0" fontAlgn="base" hangingPunct="0">
      <a:lnSpc>
        <a:spcPct val="90000"/>
      </a:lnSpc>
      <a:spcBef>
        <a:spcPct val="20000"/>
      </a:spcBef>
      <a:spcAft>
        <a:spcPct val="0"/>
      </a:spcAft>
      <a:buClr>
        <a:srgbClr val="660066"/>
      </a:buClr>
      <a:buSzPct val="100000"/>
      <a:buFont typeface="Wingdings" panose="05000000000000000000" pitchFamily="2" charset="2"/>
      <a:defRPr sz="2200" b="1" kern="1200">
        <a:solidFill>
          <a:schemeClr val="tx1"/>
        </a:solidFill>
        <a:latin typeface="黑体" panose="02010609060101010101" pitchFamily="49" charset="-122"/>
        <a:ea typeface="黑体" panose="02010609060101010101" pitchFamily="49" charset="-122"/>
        <a:cs typeface="+mn-cs"/>
      </a:defRPr>
    </a:lvl2pPr>
    <a:lvl3pPr marL="914400" algn="l" rtl="0" eaLnBrk="0" fontAlgn="base" hangingPunct="0">
      <a:lnSpc>
        <a:spcPct val="90000"/>
      </a:lnSpc>
      <a:spcBef>
        <a:spcPct val="20000"/>
      </a:spcBef>
      <a:spcAft>
        <a:spcPct val="0"/>
      </a:spcAft>
      <a:buClr>
        <a:srgbClr val="660066"/>
      </a:buClr>
      <a:buSzPct val="100000"/>
      <a:buFont typeface="Wingdings" panose="05000000000000000000" pitchFamily="2" charset="2"/>
      <a:defRPr sz="2200" b="1" kern="1200">
        <a:solidFill>
          <a:schemeClr val="tx1"/>
        </a:solidFill>
        <a:latin typeface="黑体" panose="02010609060101010101" pitchFamily="49" charset="-122"/>
        <a:ea typeface="黑体" panose="02010609060101010101" pitchFamily="49" charset="-122"/>
        <a:cs typeface="+mn-cs"/>
      </a:defRPr>
    </a:lvl3pPr>
    <a:lvl4pPr marL="1371600" algn="l" rtl="0" eaLnBrk="0" fontAlgn="base" hangingPunct="0">
      <a:lnSpc>
        <a:spcPct val="90000"/>
      </a:lnSpc>
      <a:spcBef>
        <a:spcPct val="20000"/>
      </a:spcBef>
      <a:spcAft>
        <a:spcPct val="0"/>
      </a:spcAft>
      <a:buClr>
        <a:srgbClr val="660066"/>
      </a:buClr>
      <a:buSzPct val="100000"/>
      <a:buFont typeface="Wingdings" panose="05000000000000000000" pitchFamily="2" charset="2"/>
      <a:defRPr sz="2200" b="1" kern="1200">
        <a:solidFill>
          <a:schemeClr val="tx1"/>
        </a:solidFill>
        <a:latin typeface="黑体" panose="02010609060101010101" pitchFamily="49" charset="-122"/>
        <a:ea typeface="黑体" panose="02010609060101010101" pitchFamily="49" charset="-122"/>
        <a:cs typeface="+mn-cs"/>
      </a:defRPr>
    </a:lvl4pPr>
    <a:lvl5pPr marL="1828800" algn="l" rtl="0" eaLnBrk="0" fontAlgn="base" hangingPunct="0">
      <a:lnSpc>
        <a:spcPct val="90000"/>
      </a:lnSpc>
      <a:spcBef>
        <a:spcPct val="20000"/>
      </a:spcBef>
      <a:spcAft>
        <a:spcPct val="0"/>
      </a:spcAft>
      <a:buClr>
        <a:srgbClr val="660066"/>
      </a:buClr>
      <a:buSzPct val="100000"/>
      <a:buFont typeface="Wingdings" panose="05000000000000000000" pitchFamily="2" charset="2"/>
      <a:defRPr sz="2200" b="1" kern="1200">
        <a:solidFill>
          <a:schemeClr val="tx1"/>
        </a:solidFill>
        <a:latin typeface="黑体" panose="02010609060101010101" pitchFamily="49" charset="-122"/>
        <a:ea typeface="黑体" panose="02010609060101010101" pitchFamily="49" charset="-122"/>
        <a:cs typeface="+mn-cs"/>
      </a:defRPr>
    </a:lvl5pPr>
    <a:lvl6pPr marL="2286000" algn="l" defTabSz="914400" rtl="0" eaLnBrk="1" latinLnBrk="0" hangingPunct="1">
      <a:defRPr sz="2200" b="1" kern="1200">
        <a:solidFill>
          <a:schemeClr val="tx1"/>
        </a:solidFill>
        <a:latin typeface="黑体" panose="02010609060101010101" pitchFamily="49" charset="-122"/>
        <a:ea typeface="黑体" panose="02010609060101010101" pitchFamily="49" charset="-122"/>
        <a:cs typeface="+mn-cs"/>
      </a:defRPr>
    </a:lvl6pPr>
    <a:lvl7pPr marL="2743200" algn="l" defTabSz="914400" rtl="0" eaLnBrk="1" latinLnBrk="0" hangingPunct="1">
      <a:defRPr sz="2200" b="1" kern="1200">
        <a:solidFill>
          <a:schemeClr val="tx1"/>
        </a:solidFill>
        <a:latin typeface="黑体" panose="02010609060101010101" pitchFamily="49" charset="-122"/>
        <a:ea typeface="黑体" panose="02010609060101010101" pitchFamily="49" charset="-122"/>
        <a:cs typeface="+mn-cs"/>
      </a:defRPr>
    </a:lvl7pPr>
    <a:lvl8pPr marL="3200400" algn="l" defTabSz="914400" rtl="0" eaLnBrk="1" latinLnBrk="0" hangingPunct="1">
      <a:defRPr sz="2200" b="1" kern="1200">
        <a:solidFill>
          <a:schemeClr val="tx1"/>
        </a:solidFill>
        <a:latin typeface="黑体" panose="02010609060101010101" pitchFamily="49" charset="-122"/>
        <a:ea typeface="黑体" panose="02010609060101010101" pitchFamily="49" charset="-122"/>
        <a:cs typeface="+mn-cs"/>
      </a:defRPr>
    </a:lvl8pPr>
    <a:lvl9pPr marL="3657600" algn="l" defTabSz="914400" rtl="0" eaLnBrk="1" latinLnBrk="0" hangingPunct="1">
      <a:defRPr sz="2200" b="1" kern="1200">
        <a:solidFill>
          <a:schemeClr val="tx1"/>
        </a:solidFill>
        <a:latin typeface="黑体" panose="02010609060101010101" pitchFamily="49" charset="-122"/>
        <a:ea typeface="黑体" panose="02010609060101010101" pitchFamily="49"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A"/>
    <a:srgbClr val="A50021"/>
    <a:srgbClr val="B9B9D5"/>
    <a:srgbClr val="000066"/>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32" autoAdjust="0"/>
    <p:restoredTop sz="94255" autoAdjust="0"/>
  </p:normalViewPr>
  <p:slideViewPr>
    <p:cSldViewPr showGuides="1">
      <p:cViewPr varScale="1">
        <p:scale>
          <a:sx n="147" d="100"/>
          <a:sy n="147" d="100"/>
        </p:scale>
        <p:origin x="210" y="12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lnSpc>
                <a:spcPct val="100000"/>
              </a:lnSpc>
              <a:spcBef>
                <a:spcPct val="0"/>
              </a:spcBef>
              <a:buClrTx/>
              <a:buSzTx/>
              <a:buFontTx/>
              <a:buNone/>
              <a:defRPr sz="1200" b="0">
                <a:latin typeface="Arial" panose="020B0604020202020204" pitchFamily="34" charset="0"/>
                <a:ea typeface="宋体" panose="02010600030101010101" pitchFamily="2" charset="-122"/>
              </a:defRPr>
            </a:lvl1pPr>
          </a:lstStyle>
          <a:p>
            <a:endParaRPr lang="en-US" altLang="zh-CN"/>
          </a:p>
        </p:txBody>
      </p:sp>
      <p:sp>
        <p:nvSpPr>
          <p:cNvPr id="4505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lnSpc>
                <a:spcPct val="100000"/>
              </a:lnSpc>
              <a:spcBef>
                <a:spcPct val="0"/>
              </a:spcBef>
              <a:buClrTx/>
              <a:buSzTx/>
              <a:buFontTx/>
              <a:buNone/>
              <a:defRPr sz="1200" b="0">
                <a:latin typeface="Arial" panose="020B0604020202020204" pitchFamily="34" charset="0"/>
                <a:ea typeface="宋体" panose="02010600030101010101" pitchFamily="2" charset="-122"/>
              </a:defRPr>
            </a:lvl1pPr>
          </a:lstStyle>
          <a:p>
            <a:endParaRPr lang="en-US" altLang="zh-CN"/>
          </a:p>
        </p:txBody>
      </p:sp>
      <p:sp>
        <p:nvSpPr>
          <p:cNvPr id="4506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ffectLst/>
        </p:spPr>
      </p:sp>
      <p:sp>
        <p:nvSpPr>
          <p:cNvPr id="4506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506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lnSpc>
                <a:spcPct val="100000"/>
              </a:lnSpc>
              <a:spcBef>
                <a:spcPct val="0"/>
              </a:spcBef>
              <a:buClrTx/>
              <a:buSzTx/>
              <a:buFontTx/>
              <a:buNone/>
              <a:defRPr sz="1200" b="0">
                <a:latin typeface="Arial" panose="020B0604020202020204" pitchFamily="34" charset="0"/>
                <a:ea typeface="宋体" panose="02010600030101010101" pitchFamily="2" charset="-122"/>
              </a:defRPr>
            </a:lvl1pPr>
          </a:lstStyle>
          <a:p>
            <a:endParaRPr lang="en-US" altLang="zh-CN"/>
          </a:p>
        </p:txBody>
      </p:sp>
      <p:sp>
        <p:nvSpPr>
          <p:cNvPr id="4506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lnSpc>
                <a:spcPct val="100000"/>
              </a:lnSpc>
              <a:spcBef>
                <a:spcPct val="0"/>
              </a:spcBef>
              <a:buClrTx/>
              <a:buSzTx/>
              <a:buFontTx/>
              <a:buNone/>
              <a:defRPr sz="1200" b="0">
                <a:latin typeface="Arial" panose="020B0604020202020204" pitchFamily="34" charset="0"/>
                <a:ea typeface="宋体" panose="02010600030101010101" pitchFamily="2" charset="-122"/>
              </a:defRPr>
            </a:lvl1pPr>
          </a:lstStyle>
          <a:p>
            <a:fld id="{499E742A-EA72-413C-9891-4DAABA6BC45B}"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42"/>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9"/>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8"/>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50875" y="810817"/>
            <a:ext cx="4102100" cy="379214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905375" y="810817"/>
            <a:ext cx="4102100" cy="379214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1" y="1151338"/>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1"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33" y="115133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33"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9" y="204790"/>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69" y="204810"/>
            <a:ext cx="5111751"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19"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4"/>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26"/>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18332" y="73819"/>
            <a:ext cx="2089151" cy="45291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50884" y="73819"/>
            <a:ext cx="6115051" cy="45291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89031" y="73839"/>
            <a:ext cx="7761287" cy="567929"/>
          </a:xfrm>
        </p:spPr>
        <p:txBody>
          <a:bodyPr/>
          <a:lstStyle/>
          <a:p>
            <a:r>
              <a:rPr lang="zh-CN" altLang="en-US"/>
              <a:t>单击此处编辑母版标题样式</a:t>
            </a:r>
          </a:p>
        </p:txBody>
      </p:sp>
      <p:sp>
        <p:nvSpPr>
          <p:cNvPr id="3" name="文本占位符 2"/>
          <p:cNvSpPr>
            <a:spLocks noGrp="1"/>
          </p:cNvSpPr>
          <p:nvPr>
            <p:ph type="body" sz="half" idx="1"/>
          </p:nvPr>
        </p:nvSpPr>
        <p:spPr>
          <a:xfrm>
            <a:off x="650875" y="810817"/>
            <a:ext cx="4102100" cy="379214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905375" y="810817"/>
            <a:ext cx="4102100" cy="379214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89031" y="73832"/>
            <a:ext cx="7761287" cy="567929"/>
          </a:xfrm>
        </p:spPr>
        <p:txBody>
          <a:bodyPr/>
          <a:lstStyle/>
          <a:p>
            <a:r>
              <a:rPr lang="zh-CN" altLang="en-US"/>
              <a:t>单击此处编辑母版标题样式</a:t>
            </a:r>
          </a:p>
        </p:txBody>
      </p:sp>
      <p:sp>
        <p:nvSpPr>
          <p:cNvPr id="3" name="表格占位符 2"/>
          <p:cNvSpPr>
            <a:spLocks noGrp="1"/>
          </p:cNvSpPr>
          <p:nvPr>
            <p:ph type="tbl" idx="1"/>
          </p:nvPr>
        </p:nvSpPr>
        <p:spPr>
          <a:xfrm>
            <a:off x="650875" y="810817"/>
            <a:ext cx="8356600" cy="3792140"/>
          </a:xfrm>
        </p:spPr>
        <p:txBody>
          <a:bodyPr/>
          <a:lstStyle/>
          <a:p>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4767264"/>
            <a:ext cx="2743200" cy="273844"/>
          </a:xfrm>
        </p:spPr>
        <p:txBody>
          <a:bodyPr/>
          <a:lstStyle/>
          <a:p>
            <a:fld id="{AC1B7B3F-A56B-4310-A966-BD55D80449F1}" type="datetimeFigureOut">
              <a:rPr lang="zh-CN" altLang="en-US" smtClean="0"/>
              <a:t>2026/4/7</a:t>
            </a:fld>
            <a:endParaRPr lang="zh-CN" altLang="en-US"/>
          </a:p>
        </p:txBody>
      </p:sp>
      <p:sp>
        <p:nvSpPr>
          <p:cNvPr id="5" name="页脚占位符 4"/>
          <p:cNvSpPr>
            <a:spLocks noGrp="1"/>
          </p:cNvSpPr>
          <p:nvPr>
            <p:ph type="ftr" sz="quarter" idx="11"/>
          </p:nvPr>
        </p:nvSpPr>
        <p:spPr>
          <a:xfrm>
            <a:off x="4038600" y="4767264"/>
            <a:ext cx="4114800" cy="273844"/>
          </a:xfrm>
        </p:spPr>
        <p:txBody>
          <a:bodyPr/>
          <a:lstStyle/>
          <a:p>
            <a:endParaRPr lang="zh-CN" altLang="en-US"/>
          </a:p>
        </p:txBody>
      </p:sp>
      <p:sp>
        <p:nvSpPr>
          <p:cNvPr id="6" name="灯片编号占位符 5"/>
          <p:cNvSpPr>
            <a:spLocks noGrp="1"/>
          </p:cNvSpPr>
          <p:nvPr>
            <p:ph type="sldNum" sz="quarter" idx="12"/>
          </p:nvPr>
        </p:nvSpPr>
        <p:spPr>
          <a:xfrm>
            <a:off x="8610600" y="4767264"/>
            <a:ext cx="2743200" cy="273844"/>
          </a:xfrm>
        </p:spPr>
        <p:txBody>
          <a:bodyPr/>
          <a:lstStyle/>
          <a:p>
            <a:fld id="{73127340-2293-49D2-96F1-6E7BF0C8FD9C}"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89026" y="73829"/>
            <a:ext cx="7761287" cy="567929"/>
          </a:xfrm>
          <a:prstGeom prst="rect">
            <a:avLst/>
          </a:prstGeom>
          <a:noFill/>
          <a:ln w="12700">
            <a:noFill/>
            <a:miter lim="800000"/>
          </a:ln>
        </p:spPr>
        <p:txBody>
          <a:bodyPr vert="horz" wrap="square" lIns="90488" tIns="44450" rIns="90488" bIns="44450" numCol="1" anchor="ctr" anchorCtr="0" compatLnSpc="1"/>
          <a:lstStyle/>
          <a:p>
            <a:pPr lvl="0"/>
            <a:r>
              <a:rPr lang="en-US" altLang="zh-CN" dirty="0"/>
              <a:t> </a:t>
            </a:r>
            <a:endParaRPr lang="zh-CN" altLang="zh-CN" dirty="0"/>
          </a:p>
        </p:txBody>
      </p:sp>
      <p:sp>
        <p:nvSpPr>
          <p:cNvPr id="30723" name="Rectangle 3"/>
          <p:cNvSpPr>
            <a:spLocks noChangeArrowheads="1"/>
          </p:cNvSpPr>
          <p:nvPr/>
        </p:nvSpPr>
        <p:spPr bwMode="auto">
          <a:xfrm>
            <a:off x="4876801" y="4781550"/>
            <a:ext cx="3009900" cy="274434"/>
          </a:xfrm>
          <a:prstGeom prst="rect">
            <a:avLst/>
          </a:prstGeom>
          <a:noFill/>
          <a:ln w="12700">
            <a:noFill/>
            <a:miter lim="800000"/>
          </a:ln>
          <a:effectLst/>
        </p:spPr>
        <p:txBody>
          <a:bodyPr lIns="90488" tIns="44450" rIns="90488" bIns="44450">
            <a:spAutoFit/>
          </a:bodyPr>
          <a:lstStyle/>
          <a:p>
            <a:pPr>
              <a:lnSpc>
                <a:spcPct val="100000"/>
              </a:lnSpc>
              <a:spcBef>
                <a:spcPct val="0"/>
              </a:spcBef>
              <a:buClrTx/>
              <a:buSzTx/>
              <a:buFontTx/>
              <a:buNone/>
              <a:defRPr/>
            </a:pPr>
            <a:r>
              <a:rPr lang="zh-CN" altLang="en-GB" sz="1200" dirty="0">
                <a:latin typeface="微软雅黑" panose="020B0503020204020204" pitchFamily="34" charset="-122"/>
                <a:ea typeface="微软雅黑" panose="020B0503020204020204" pitchFamily="34" charset="-122"/>
              </a:rPr>
              <a:t>第</a:t>
            </a:r>
            <a:r>
              <a:rPr lang="en-GB" altLang="zh-CN" sz="1200" dirty="0">
                <a:latin typeface="微软雅黑" panose="020B0503020204020204" pitchFamily="34" charset="-122"/>
                <a:ea typeface="微软雅黑" panose="020B0503020204020204" pitchFamily="34" charset="-122"/>
              </a:rPr>
              <a:t>15</a:t>
            </a:r>
            <a:r>
              <a:rPr lang="zh-CN" altLang="en-GB" sz="1200" dirty="0">
                <a:latin typeface="微软雅黑" panose="020B0503020204020204" pitchFamily="34" charset="-122"/>
                <a:ea typeface="微软雅黑" panose="020B0503020204020204" pitchFamily="34" charset="-122"/>
              </a:rPr>
              <a:t>章  </a:t>
            </a:r>
            <a:r>
              <a:rPr lang="en-US" altLang="zh-CN" sz="1200" dirty="0"/>
              <a:t>JavaScript</a:t>
            </a:r>
            <a:r>
              <a:rPr lang="zh-CN" altLang="en-US" sz="1200" dirty="0"/>
              <a:t>事件分析</a:t>
            </a:r>
            <a:endParaRPr lang="zh-CN" altLang="en-GB" sz="1200" b="1" kern="1200" dirty="0">
              <a:solidFill>
                <a:schemeClr val="tx1"/>
              </a:solidFill>
              <a:latin typeface="微软雅黑" panose="020B0503020204020204" pitchFamily="34" charset="-122"/>
              <a:ea typeface="微软雅黑" panose="020B0503020204020204" pitchFamily="34" charset="-122"/>
              <a:cs typeface="+mn-cs"/>
            </a:endParaRPr>
          </a:p>
        </p:txBody>
      </p:sp>
      <p:sp>
        <p:nvSpPr>
          <p:cNvPr id="30724" name="Rectangle 4"/>
          <p:cNvSpPr>
            <a:spLocks noChangeArrowheads="1"/>
          </p:cNvSpPr>
          <p:nvPr/>
        </p:nvSpPr>
        <p:spPr bwMode="auto">
          <a:xfrm>
            <a:off x="7924800" y="4781550"/>
            <a:ext cx="1143000" cy="274434"/>
          </a:xfrm>
          <a:prstGeom prst="rect">
            <a:avLst/>
          </a:prstGeom>
          <a:noFill/>
          <a:ln w="12700">
            <a:noFill/>
            <a:miter lim="800000"/>
          </a:ln>
          <a:effectLst/>
        </p:spPr>
        <p:txBody>
          <a:bodyPr wrap="square" lIns="90488" tIns="44450" rIns="90488" bIns="44450">
            <a:spAutoFit/>
          </a:bodyPr>
          <a:lstStyle/>
          <a:p>
            <a:pPr algn="r">
              <a:lnSpc>
                <a:spcPct val="100000"/>
              </a:lnSpc>
              <a:spcBef>
                <a:spcPct val="0"/>
              </a:spcBef>
              <a:buClrTx/>
              <a:buSzTx/>
              <a:buFontTx/>
              <a:buNone/>
              <a:defRPr/>
            </a:pPr>
            <a:r>
              <a:rPr lang="en-GB" altLang="zh-CN" sz="1200" dirty="0">
                <a:latin typeface="Arial" panose="020B0604020202020204" pitchFamily="34" charset="0"/>
                <a:ea typeface="宋体" panose="02010600030101010101" pitchFamily="2" charset="-122"/>
              </a:rPr>
              <a:t>Page:   </a:t>
            </a:r>
            <a:fld id="{8160BF45-1FD0-4327-9BF6-F81702477888}" type="slidenum">
              <a:rPr lang="en-GB" altLang="zh-CN" sz="1200">
                <a:latin typeface="Arial" panose="020B0604020202020204" pitchFamily="34" charset="0"/>
                <a:ea typeface="宋体" panose="02010600030101010101" pitchFamily="2" charset="-122"/>
              </a:rPr>
              <a:t>‹#›</a:t>
            </a:fld>
            <a:endParaRPr lang="en-GB" altLang="zh-CN" sz="1200" i="1" dirty="0">
              <a:latin typeface="Arial" panose="020B0604020202020204" pitchFamily="34" charset="0"/>
              <a:ea typeface="宋体" panose="02010600030101010101" pitchFamily="2" charset="-122"/>
            </a:endParaRPr>
          </a:p>
        </p:txBody>
      </p:sp>
      <p:sp>
        <p:nvSpPr>
          <p:cNvPr id="1030" name="Rectangle 6"/>
          <p:cNvSpPr>
            <a:spLocks noGrp="1" noChangeArrowheads="1"/>
          </p:cNvSpPr>
          <p:nvPr>
            <p:ph type="body" idx="1"/>
          </p:nvPr>
        </p:nvSpPr>
        <p:spPr bwMode="auto">
          <a:xfrm>
            <a:off x="685800" y="819151"/>
            <a:ext cx="8356600" cy="3810000"/>
          </a:xfrm>
          <a:prstGeom prst="rect">
            <a:avLst/>
          </a:prstGeom>
          <a:noFill/>
          <a:ln w="12700">
            <a:noFill/>
            <a:miter lim="800000"/>
          </a:ln>
        </p:spPr>
        <p:txBody>
          <a:bodyPr vert="horz" wrap="square" lIns="91440" tIns="45720" rIns="91440" bIns="45720" numCol="1" anchor="t" anchorCtr="0" compatLnSpc="1"/>
          <a:lstStyle/>
          <a:p>
            <a:pPr lvl="0"/>
            <a:r>
              <a:rPr lang="en-GB" altLang="zh-CN" dirty="0"/>
              <a:t>Click to edit Master text styles</a:t>
            </a:r>
          </a:p>
          <a:p>
            <a:pPr lvl="1"/>
            <a:r>
              <a:rPr lang="en-GB" altLang="zh-CN" dirty="0"/>
              <a:t>Second level</a:t>
            </a:r>
          </a:p>
          <a:p>
            <a:pPr lvl="2"/>
            <a:r>
              <a:rPr lang="en-GB" altLang="zh-CN" dirty="0"/>
              <a:t>Third level</a:t>
            </a:r>
          </a:p>
        </p:txBody>
      </p:sp>
      <p:sp>
        <p:nvSpPr>
          <p:cNvPr id="30727" name="Rectangle 7"/>
          <p:cNvSpPr>
            <a:spLocks noChangeArrowheads="1"/>
          </p:cNvSpPr>
          <p:nvPr/>
        </p:nvSpPr>
        <p:spPr bwMode="auto">
          <a:xfrm>
            <a:off x="11" y="0"/>
            <a:ext cx="515939" cy="5143500"/>
          </a:xfrm>
          <a:prstGeom prst="rect">
            <a:avLst/>
          </a:prstGeom>
          <a:solidFill>
            <a:srgbClr val="0000FA"/>
          </a:solidFill>
          <a:ln w="12700">
            <a:solidFill>
              <a:schemeClr val="tx1"/>
            </a:solidFill>
            <a:miter lim="800000"/>
          </a:ln>
          <a:effectLst/>
        </p:spPr>
        <p:txBody>
          <a:bodyPr wrap="none" anchor="ctr"/>
          <a:lstStyle/>
          <a:p>
            <a:pPr>
              <a:defRPr/>
            </a:pPr>
            <a:endParaRPr lang="zh-CN" altLang="en-US" dirty="0">
              <a:ln>
                <a:solidFill>
                  <a:srgbClr val="00B0F0"/>
                </a:solidFill>
              </a:ln>
              <a:solidFill>
                <a:srgbClr val="00B050"/>
              </a:solidFill>
            </a:endParaRPr>
          </a:p>
        </p:txBody>
      </p:sp>
      <p:sp>
        <p:nvSpPr>
          <p:cNvPr id="30730" name="Rectangle 10"/>
          <p:cNvSpPr>
            <a:spLocks noChangeArrowheads="1"/>
          </p:cNvSpPr>
          <p:nvPr userDrawn="1"/>
        </p:nvSpPr>
        <p:spPr bwMode="auto">
          <a:xfrm>
            <a:off x="609600" y="4781563"/>
            <a:ext cx="3962400" cy="320601"/>
          </a:xfrm>
          <a:prstGeom prst="rect">
            <a:avLst/>
          </a:prstGeom>
          <a:noFill/>
          <a:ln w="12700">
            <a:noFill/>
            <a:miter lim="800000"/>
          </a:ln>
          <a:effectLst/>
        </p:spPr>
        <p:txBody>
          <a:bodyPr wrap="square" lIns="90488" tIns="44450" rIns="90488" bIns="44450">
            <a:spAutoFit/>
          </a:bodyPr>
          <a:lstStyle/>
          <a:p>
            <a:pPr>
              <a:lnSpc>
                <a:spcPts val="1800"/>
              </a:lnSpc>
              <a:spcBef>
                <a:spcPct val="0"/>
              </a:spcBef>
              <a:buClrTx/>
              <a:buSzTx/>
              <a:buFontTx/>
              <a:buNone/>
              <a:defRPr/>
            </a:pPr>
            <a:r>
              <a:rPr lang="zh-CN" altLang="en-US" sz="1200" dirty="0">
                <a:solidFill>
                  <a:srgbClr val="0000FA"/>
                </a:solidFill>
                <a:latin typeface="微软雅黑" panose="020B0503020204020204" pitchFamily="34" charset="-122"/>
                <a:ea typeface="微软雅黑" panose="020B0503020204020204" pitchFamily="34" charset="-122"/>
              </a:rPr>
              <a:t>教育部高等学校软件工程专业教学指导委员会</a:t>
            </a:r>
            <a:r>
              <a:rPr lang="zh-CN" altLang="en-US" sz="1200" b="1" dirty="0">
                <a:solidFill>
                  <a:srgbClr val="0000FA"/>
                </a:solidFill>
                <a:latin typeface="微软雅黑" panose="020B0503020204020204" pitchFamily="34" charset="-122"/>
                <a:ea typeface="微软雅黑" panose="020B0503020204020204" pitchFamily="34" charset="-122"/>
              </a:rPr>
              <a:t>规划</a:t>
            </a:r>
            <a:r>
              <a:rPr lang="zh-CN" altLang="en-US" sz="1200" dirty="0">
                <a:solidFill>
                  <a:srgbClr val="0000FA"/>
                </a:solidFill>
                <a:latin typeface="微软雅黑" panose="020B0503020204020204" pitchFamily="34" charset="-122"/>
                <a:ea typeface="微软雅黑" panose="020B0503020204020204" pitchFamily="34" charset="-122"/>
              </a:rPr>
              <a:t>教材</a:t>
            </a:r>
            <a:r>
              <a:rPr lang="zh-CN" altLang="en-US" sz="2000" baseline="0" dirty="0">
                <a:solidFill>
                  <a:srgbClr val="0000FA"/>
                </a:solidFill>
                <a:latin typeface="微软雅黑" panose="020B0503020204020204" pitchFamily="34" charset="-122"/>
                <a:ea typeface="微软雅黑" panose="020B0503020204020204" pitchFamily="34" charset="-122"/>
              </a:rPr>
              <a:t> </a:t>
            </a:r>
            <a:endParaRPr lang="zh-CN" altLang="en-GB" sz="2000" dirty="0">
              <a:solidFill>
                <a:srgbClr val="0000FA"/>
              </a:solidFill>
              <a:latin typeface="微软雅黑" panose="020B0503020204020204" pitchFamily="34" charset="-122"/>
              <a:ea typeface="微软雅黑" panose="020B0503020204020204" pitchFamily="34" charset="-122"/>
            </a:endParaRPr>
          </a:p>
        </p:txBody>
      </p:sp>
      <p:sp>
        <p:nvSpPr>
          <p:cNvPr id="12" name="Text Box 9"/>
          <p:cNvSpPr txBox="1">
            <a:spLocks noChangeArrowheads="1"/>
          </p:cNvSpPr>
          <p:nvPr userDrawn="1"/>
        </p:nvSpPr>
        <p:spPr bwMode="auto">
          <a:xfrm rot="16200000">
            <a:off x="-2112048" y="2444551"/>
            <a:ext cx="4745831" cy="313932"/>
          </a:xfrm>
          <a:prstGeom prst="rect">
            <a:avLst/>
          </a:prstGeom>
          <a:noFill/>
          <a:ln w="9525">
            <a:noFill/>
            <a:miter lim="800000"/>
          </a:ln>
          <a:effectLst/>
        </p:spPr>
        <p:txBody>
          <a:bodyPr wrap="square">
            <a:spAutoFit/>
          </a:bodyPr>
          <a:lstStyle/>
          <a:p>
            <a:pPr algn="ctr"/>
            <a:r>
              <a:rPr lang="en-GB" altLang="en-US" sz="1600" b="0" i="1" dirty="0">
                <a:solidFill>
                  <a:schemeClr val="bg1"/>
                </a:solidFill>
                <a:latin typeface="微软雅黑" panose="020B0503020204020204" pitchFamily="34" charset="-122"/>
                <a:ea typeface="微软雅黑" panose="020B0503020204020204" pitchFamily="34" charset="-122"/>
              </a:rPr>
              <a:t>Web</a:t>
            </a:r>
            <a:r>
              <a:rPr lang="zh-CN" altLang="en-US" sz="1600" b="0" i="1" dirty="0">
                <a:solidFill>
                  <a:schemeClr val="bg1"/>
                </a:solidFill>
                <a:latin typeface="微软雅黑" panose="020B0503020204020204" pitchFamily="34" charset="-122"/>
                <a:ea typeface="微软雅黑" panose="020B0503020204020204" pitchFamily="34" charset="-122"/>
              </a:rPr>
              <a:t>前端开发技术</a:t>
            </a:r>
            <a:r>
              <a:rPr lang="en-US" altLang="zh-CN" sz="1600" b="0" i="1" dirty="0">
                <a:solidFill>
                  <a:schemeClr val="bg1"/>
                </a:solidFill>
                <a:latin typeface="微软雅黑" panose="020B0503020204020204" pitchFamily="34" charset="-122"/>
                <a:ea typeface="微软雅黑" panose="020B0503020204020204" pitchFamily="34" charset="-122"/>
              </a:rPr>
              <a:t>-HTML</a:t>
            </a:r>
            <a:r>
              <a:rPr lang="en-US" altLang="zh-CN" sz="1600" b="0" i="1" dirty="0">
                <a:solidFill>
                  <a:srgbClr val="FF0000"/>
                </a:solidFill>
                <a:latin typeface="微软雅黑" panose="020B0503020204020204" pitchFamily="34" charset="-122"/>
                <a:ea typeface="微软雅黑" panose="020B0503020204020204" pitchFamily="34" charset="-122"/>
              </a:rPr>
              <a:t>5</a:t>
            </a:r>
            <a:r>
              <a:rPr lang="zh-CN" altLang="en-US" sz="1600" b="0" i="1" dirty="0">
                <a:solidFill>
                  <a:schemeClr val="bg1"/>
                </a:solidFill>
                <a:latin typeface="微软雅黑" panose="020B0503020204020204" pitchFamily="34" charset="-122"/>
                <a:ea typeface="微软雅黑" panose="020B0503020204020204" pitchFamily="34" charset="-122"/>
              </a:rPr>
              <a:t>、</a:t>
            </a:r>
            <a:r>
              <a:rPr lang="en-US" altLang="zh-CN" sz="1600" b="0" i="1" dirty="0">
                <a:solidFill>
                  <a:schemeClr val="bg1"/>
                </a:solidFill>
                <a:latin typeface="微软雅黑" panose="020B0503020204020204" pitchFamily="34" charset="-122"/>
                <a:ea typeface="微软雅黑" panose="020B0503020204020204" pitchFamily="34" charset="-122"/>
              </a:rPr>
              <a:t>CSS</a:t>
            </a:r>
            <a:r>
              <a:rPr lang="en-US" altLang="zh-CN" sz="1600" b="0" i="1" dirty="0">
                <a:solidFill>
                  <a:srgbClr val="FF0000"/>
                </a:solidFill>
                <a:latin typeface="微软雅黑" panose="020B0503020204020204" pitchFamily="34" charset="-122"/>
                <a:ea typeface="微软雅黑" panose="020B0503020204020204" pitchFamily="34" charset="-122"/>
              </a:rPr>
              <a:t>3</a:t>
            </a:r>
            <a:r>
              <a:rPr lang="en-US" altLang="zh-CN" sz="1600" b="0" i="1" dirty="0">
                <a:solidFill>
                  <a:schemeClr val="bg1"/>
                </a:solidFill>
                <a:latin typeface="微软雅黑" panose="020B0503020204020204" pitchFamily="34" charset="-122"/>
                <a:ea typeface="微软雅黑" panose="020B0503020204020204" pitchFamily="34" charset="-122"/>
              </a:rPr>
              <a:t>、JavaScript</a:t>
            </a:r>
            <a:endParaRPr lang="zh-CN" altLang="en-US" sz="1600" b="0" i="1" dirty="0">
              <a:solidFill>
                <a:schemeClr val="bg1"/>
              </a:solidFill>
              <a:latin typeface="微软雅黑" panose="020B0503020204020204" pitchFamily="34" charset="-122"/>
              <a:ea typeface="微软雅黑" panose="020B0503020204020204" pitchFamily="34" charset="-122"/>
            </a:endParaRPr>
          </a:p>
        </p:txBody>
      </p:sp>
      <p:grpSp>
        <p:nvGrpSpPr>
          <p:cNvPr id="2" name="组合 10"/>
          <p:cNvGrpSpPr/>
          <p:nvPr userDrawn="1"/>
        </p:nvGrpSpPr>
        <p:grpSpPr>
          <a:xfrm>
            <a:off x="533400" y="742950"/>
            <a:ext cx="8534400" cy="76200"/>
            <a:chOff x="447412" y="813655"/>
            <a:chExt cx="12527557" cy="240392"/>
          </a:xfrm>
        </p:grpSpPr>
        <p:sp>
          <p:nvSpPr>
            <p:cNvPr id="13" name="任意多边形 12"/>
            <p:cNvSpPr/>
            <p:nvPr/>
          </p:nvSpPr>
          <p:spPr>
            <a:xfrm>
              <a:off x="447412" y="813655"/>
              <a:ext cx="8241392" cy="240392"/>
            </a:xfrm>
            <a:custGeom>
              <a:avLst/>
              <a:gdLst>
                <a:gd name="connsiteX0" fmla="*/ 8001001 w 8241393"/>
                <a:gd name="connsiteY0" fmla="*/ 0 h 240392"/>
                <a:gd name="connsiteX1" fmla="*/ 8241393 w 8241393"/>
                <a:gd name="connsiteY1" fmla="*/ 240392 h 240392"/>
                <a:gd name="connsiteX2" fmla="*/ 8001001 w 8241393"/>
                <a:gd name="connsiteY2" fmla="*/ 240392 h 240392"/>
                <a:gd name="connsiteX3" fmla="*/ 0 w 8241393"/>
                <a:gd name="connsiteY3" fmla="*/ 0 h 240392"/>
                <a:gd name="connsiteX4" fmla="*/ 8001000 w 8241393"/>
                <a:gd name="connsiteY4" fmla="*/ 0 h 240392"/>
                <a:gd name="connsiteX5" fmla="*/ 8001000 w 8241393"/>
                <a:gd name="connsiteY5" fmla="*/ 240392 h 240392"/>
                <a:gd name="connsiteX6" fmla="*/ 0 w 8241393"/>
                <a:gd name="connsiteY6" fmla="*/ 240392 h 24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41393" h="240392">
                  <a:moveTo>
                    <a:pt x="8001001" y="0"/>
                  </a:moveTo>
                  <a:lnTo>
                    <a:pt x="8241393" y="240392"/>
                  </a:lnTo>
                  <a:lnTo>
                    <a:pt x="8001001" y="240392"/>
                  </a:lnTo>
                  <a:close/>
                  <a:moveTo>
                    <a:pt x="0" y="0"/>
                  </a:moveTo>
                  <a:lnTo>
                    <a:pt x="8001000" y="0"/>
                  </a:lnTo>
                  <a:lnTo>
                    <a:pt x="8001000" y="240392"/>
                  </a:lnTo>
                  <a:lnTo>
                    <a:pt x="0" y="240392"/>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3"/>
            <p:cNvSpPr/>
            <p:nvPr/>
          </p:nvSpPr>
          <p:spPr>
            <a:xfrm>
              <a:off x="8277135" y="813655"/>
              <a:ext cx="4697834" cy="240392"/>
            </a:xfrm>
            <a:custGeom>
              <a:avLst/>
              <a:gdLst>
                <a:gd name="connsiteX0" fmla="*/ 240393 w 4190999"/>
                <a:gd name="connsiteY0" fmla="*/ 0 h 240392"/>
                <a:gd name="connsiteX1" fmla="*/ 4190999 w 4190999"/>
                <a:gd name="connsiteY1" fmla="*/ 0 h 240392"/>
                <a:gd name="connsiteX2" fmla="*/ 4190999 w 4190999"/>
                <a:gd name="connsiteY2" fmla="*/ 240392 h 240392"/>
                <a:gd name="connsiteX3" fmla="*/ 240393 w 4190999"/>
                <a:gd name="connsiteY3" fmla="*/ 240392 h 240392"/>
                <a:gd name="connsiteX4" fmla="*/ 0 w 4190999"/>
                <a:gd name="connsiteY4" fmla="*/ 0 h 240392"/>
                <a:gd name="connsiteX5" fmla="*/ 240392 w 4190999"/>
                <a:gd name="connsiteY5" fmla="*/ 0 h 240392"/>
                <a:gd name="connsiteX6" fmla="*/ 240392 w 4190999"/>
                <a:gd name="connsiteY6" fmla="*/ 240392 h 24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0999" h="240392">
                  <a:moveTo>
                    <a:pt x="240393" y="0"/>
                  </a:moveTo>
                  <a:lnTo>
                    <a:pt x="4190999" y="0"/>
                  </a:lnTo>
                  <a:lnTo>
                    <a:pt x="4190999" y="240392"/>
                  </a:lnTo>
                  <a:lnTo>
                    <a:pt x="240393" y="240392"/>
                  </a:lnTo>
                  <a:close/>
                  <a:moveTo>
                    <a:pt x="0" y="0"/>
                  </a:moveTo>
                  <a:lnTo>
                    <a:pt x="240392" y="0"/>
                  </a:lnTo>
                  <a:lnTo>
                    <a:pt x="240392" y="240392"/>
                  </a:lnTo>
                  <a:close/>
                </a:path>
              </a:pathLst>
            </a:custGeom>
            <a:solidFill>
              <a:srgbClr val="96CA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15"/>
          <p:cNvGrpSpPr/>
          <p:nvPr userDrawn="1"/>
        </p:nvGrpSpPr>
        <p:grpSpPr>
          <a:xfrm flipV="1">
            <a:off x="533400" y="4705362"/>
            <a:ext cx="8534400" cy="45719"/>
            <a:chOff x="447412" y="813655"/>
            <a:chExt cx="12527557" cy="240392"/>
          </a:xfrm>
        </p:grpSpPr>
        <p:sp>
          <p:nvSpPr>
            <p:cNvPr id="17" name="任意多边形 16"/>
            <p:cNvSpPr/>
            <p:nvPr/>
          </p:nvSpPr>
          <p:spPr>
            <a:xfrm>
              <a:off x="447412" y="813655"/>
              <a:ext cx="8241392" cy="240392"/>
            </a:xfrm>
            <a:custGeom>
              <a:avLst/>
              <a:gdLst>
                <a:gd name="connsiteX0" fmla="*/ 8001001 w 8241393"/>
                <a:gd name="connsiteY0" fmla="*/ 0 h 240392"/>
                <a:gd name="connsiteX1" fmla="*/ 8241393 w 8241393"/>
                <a:gd name="connsiteY1" fmla="*/ 240392 h 240392"/>
                <a:gd name="connsiteX2" fmla="*/ 8001001 w 8241393"/>
                <a:gd name="connsiteY2" fmla="*/ 240392 h 240392"/>
                <a:gd name="connsiteX3" fmla="*/ 0 w 8241393"/>
                <a:gd name="connsiteY3" fmla="*/ 0 h 240392"/>
                <a:gd name="connsiteX4" fmla="*/ 8001000 w 8241393"/>
                <a:gd name="connsiteY4" fmla="*/ 0 h 240392"/>
                <a:gd name="connsiteX5" fmla="*/ 8001000 w 8241393"/>
                <a:gd name="connsiteY5" fmla="*/ 240392 h 240392"/>
                <a:gd name="connsiteX6" fmla="*/ 0 w 8241393"/>
                <a:gd name="connsiteY6" fmla="*/ 240392 h 24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41393" h="240392">
                  <a:moveTo>
                    <a:pt x="8001001" y="0"/>
                  </a:moveTo>
                  <a:lnTo>
                    <a:pt x="8241393" y="240392"/>
                  </a:lnTo>
                  <a:lnTo>
                    <a:pt x="8001001" y="240392"/>
                  </a:lnTo>
                  <a:close/>
                  <a:moveTo>
                    <a:pt x="0" y="0"/>
                  </a:moveTo>
                  <a:lnTo>
                    <a:pt x="8001000" y="0"/>
                  </a:lnTo>
                  <a:lnTo>
                    <a:pt x="8001000" y="240392"/>
                  </a:lnTo>
                  <a:lnTo>
                    <a:pt x="0" y="240392"/>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7"/>
            <p:cNvSpPr/>
            <p:nvPr/>
          </p:nvSpPr>
          <p:spPr>
            <a:xfrm>
              <a:off x="8277135" y="813655"/>
              <a:ext cx="4697834" cy="240392"/>
            </a:xfrm>
            <a:custGeom>
              <a:avLst/>
              <a:gdLst>
                <a:gd name="connsiteX0" fmla="*/ 240393 w 4190999"/>
                <a:gd name="connsiteY0" fmla="*/ 0 h 240392"/>
                <a:gd name="connsiteX1" fmla="*/ 4190999 w 4190999"/>
                <a:gd name="connsiteY1" fmla="*/ 0 h 240392"/>
                <a:gd name="connsiteX2" fmla="*/ 4190999 w 4190999"/>
                <a:gd name="connsiteY2" fmla="*/ 240392 h 240392"/>
                <a:gd name="connsiteX3" fmla="*/ 240393 w 4190999"/>
                <a:gd name="connsiteY3" fmla="*/ 240392 h 240392"/>
                <a:gd name="connsiteX4" fmla="*/ 0 w 4190999"/>
                <a:gd name="connsiteY4" fmla="*/ 0 h 240392"/>
                <a:gd name="connsiteX5" fmla="*/ 240392 w 4190999"/>
                <a:gd name="connsiteY5" fmla="*/ 0 h 240392"/>
                <a:gd name="connsiteX6" fmla="*/ 240392 w 4190999"/>
                <a:gd name="connsiteY6" fmla="*/ 240392 h 24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0999" h="240392">
                  <a:moveTo>
                    <a:pt x="240393" y="0"/>
                  </a:moveTo>
                  <a:lnTo>
                    <a:pt x="4190999" y="0"/>
                  </a:lnTo>
                  <a:lnTo>
                    <a:pt x="4190999" y="240392"/>
                  </a:lnTo>
                  <a:lnTo>
                    <a:pt x="240393" y="240392"/>
                  </a:lnTo>
                  <a:close/>
                  <a:moveTo>
                    <a:pt x="0" y="0"/>
                  </a:moveTo>
                  <a:lnTo>
                    <a:pt x="240392" y="0"/>
                  </a:lnTo>
                  <a:lnTo>
                    <a:pt x="240392" y="240392"/>
                  </a:lnTo>
                  <a:close/>
                </a:path>
              </a:pathLst>
            </a:custGeom>
            <a:solidFill>
              <a:srgbClr val="96CA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ctr" defTabSz="463550" rtl="0" eaLnBrk="0" fontAlgn="base" hangingPunct="0">
        <a:spcBef>
          <a:spcPct val="0"/>
        </a:spcBef>
        <a:spcAft>
          <a:spcPct val="0"/>
        </a:spcAft>
        <a:defRPr lang="zh-CN" altLang="zh-CN" sz="2800" b="1" dirty="0" smtClean="0">
          <a:solidFill>
            <a:schemeClr val="tx1"/>
          </a:solidFill>
          <a:latin typeface="微软雅黑" panose="020B0503020204020204" pitchFamily="34" charset="-122"/>
          <a:ea typeface="微软雅黑" panose="020B0503020204020204" pitchFamily="34" charset="-122"/>
          <a:cs typeface="+mj-cs"/>
        </a:defRPr>
      </a:lvl1pPr>
      <a:lvl2pPr algn="ctr" defTabSz="463550" rtl="0" eaLnBrk="0" fontAlgn="base" hangingPunct="0">
        <a:spcBef>
          <a:spcPct val="0"/>
        </a:spcBef>
        <a:spcAft>
          <a:spcPct val="0"/>
        </a:spcAft>
        <a:defRPr sz="3200" b="1">
          <a:solidFill>
            <a:srgbClr val="000066"/>
          </a:solidFill>
          <a:latin typeface="黑体" panose="02010609060101010101" pitchFamily="49" charset="-122"/>
          <a:ea typeface="黑体" panose="02010609060101010101" pitchFamily="49" charset="-122"/>
        </a:defRPr>
      </a:lvl2pPr>
      <a:lvl3pPr algn="ctr" defTabSz="463550" rtl="0" eaLnBrk="0" fontAlgn="base" hangingPunct="0">
        <a:spcBef>
          <a:spcPct val="0"/>
        </a:spcBef>
        <a:spcAft>
          <a:spcPct val="0"/>
        </a:spcAft>
        <a:defRPr sz="3200" b="1">
          <a:solidFill>
            <a:srgbClr val="000066"/>
          </a:solidFill>
          <a:latin typeface="黑体" panose="02010609060101010101" pitchFamily="49" charset="-122"/>
          <a:ea typeface="黑体" panose="02010609060101010101" pitchFamily="49" charset="-122"/>
        </a:defRPr>
      </a:lvl3pPr>
      <a:lvl4pPr algn="ctr" defTabSz="463550" rtl="0" eaLnBrk="0" fontAlgn="base" hangingPunct="0">
        <a:spcBef>
          <a:spcPct val="0"/>
        </a:spcBef>
        <a:spcAft>
          <a:spcPct val="0"/>
        </a:spcAft>
        <a:defRPr sz="3200" b="1">
          <a:solidFill>
            <a:srgbClr val="000066"/>
          </a:solidFill>
          <a:latin typeface="黑体" panose="02010609060101010101" pitchFamily="49" charset="-122"/>
          <a:ea typeface="黑体" panose="02010609060101010101" pitchFamily="49" charset="-122"/>
        </a:defRPr>
      </a:lvl4pPr>
      <a:lvl5pPr algn="ctr" defTabSz="463550" rtl="0" eaLnBrk="0" fontAlgn="base" hangingPunct="0">
        <a:spcBef>
          <a:spcPct val="0"/>
        </a:spcBef>
        <a:spcAft>
          <a:spcPct val="0"/>
        </a:spcAft>
        <a:defRPr sz="3200" b="1">
          <a:solidFill>
            <a:srgbClr val="000066"/>
          </a:solidFill>
          <a:latin typeface="黑体" panose="02010609060101010101" pitchFamily="49" charset="-122"/>
          <a:ea typeface="黑体" panose="02010609060101010101" pitchFamily="49" charset="-122"/>
        </a:defRPr>
      </a:lvl5pPr>
      <a:lvl6pPr marL="457200" algn="ctr" defTabSz="463550" rtl="0" eaLnBrk="0" fontAlgn="base" hangingPunct="0">
        <a:spcBef>
          <a:spcPct val="0"/>
        </a:spcBef>
        <a:spcAft>
          <a:spcPct val="0"/>
        </a:spcAft>
        <a:defRPr sz="3200" b="1">
          <a:solidFill>
            <a:srgbClr val="000066"/>
          </a:solidFill>
          <a:latin typeface="黑体" panose="02010609060101010101" pitchFamily="49" charset="-122"/>
          <a:ea typeface="黑体" panose="02010609060101010101" pitchFamily="49" charset="-122"/>
        </a:defRPr>
      </a:lvl6pPr>
      <a:lvl7pPr marL="914400" algn="ctr" defTabSz="463550" rtl="0" eaLnBrk="0" fontAlgn="base" hangingPunct="0">
        <a:spcBef>
          <a:spcPct val="0"/>
        </a:spcBef>
        <a:spcAft>
          <a:spcPct val="0"/>
        </a:spcAft>
        <a:defRPr sz="3200" b="1">
          <a:solidFill>
            <a:srgbClr val="000066"/>
          </a:solidFill>
          <a:latin typeface="黑体" panose="02010609060101010101" pitchFamily="49" charset="-122"/>
          <a:ea typeface="黑体" panose="02010609060101010101" pitchFamily="49" charset="-122"/>
        </a:defRPr>
      </a:lvl7pPr>
      <a:lvl8pPr marL="1371600" algn="ctr" defTabSz="463550" rtl="0" eaLnBrk="0" fontAlgn="base" hangingPunct="0">
        <a:spcBef>
          <a:spcPct val="0"/>
        </a:spcBef>
        <a:spcAft>
          <a:spcPct val="0"/>
        </a:spcAft>
        <a:defRPr sz="3200" b="1">
          <a:solidFill>
            <a:srgbClr val="000066"/>
          </a:solidFill>
          <a:latin typeface="黑体" panose="02010609060101010101" pitchFamily="49" charset="-122"/>
          <a:ea typeface="黑体" panose="02010609060101010101" pitchFamily="49" charset="-122"/>
        </a:defRPr>
      </a:lvl8pPr>
      <a:lvl9pPr marL="1828800" algn="ctr" defTabSz="463550" rtl="0" eaLnBrk="0" fontAlgn="base" hangingPunct="0">
        <a:spcBef>
          <a:spcPct val="0"/>
        </a:spcBef>
        <a:spcAft>
          <a:spcPct val="0"/>
        </a:spcAft>
        <a:defRPr sz="3200" b="1">
          <a:solidFill>
            <a:srgbClr val="000066"/>
          </a:solidFill>
          <a:latin typeface="黑体" panose="02010609060101010101" pitchFamily="49" charset="-122"/>
          <a:ea typeface="黑体" panose="02010609060101010101" pitchFamily="49" charset="-122"/>
        </a:defRPr>
      </a:lvl9pPr>
    </p:titleStyle>
    <p:bodyStyle>
      <a:lvl1pPr marL="182880" indent="-182880" algn="l" defTabSz="1158875" rtl="0" eaLnBrk="0" fontAlgn="base" hangingPunct="0">
        <a:spcBef>
          <a:spcPct val="30000"/>
        </a:spcBef>
        <a:spcAft>
          <a:spcPct val="20000"/>
        </a:spcAft>
        <a:buClr>
          <a:srgbClr val="0000CC"/>
        </a:buClr>
        <a:buSzPct val="100000"/>
        <a:buFont typeface="Wingdings" panose="05000000000000000000" pitchFamily="2" charset="2"/>
        <a:buChar char="l"/>
        <a:defRPr lang="en-GB" altLang="zh-CN" sz="2200" b="0" dirty="0" smtClean="0">
          <a:solidFill>
            <a:schemeClr val="tx1"/>
          </a:solidFill>
          <a:latin typeface="微软雅黑" panose="020B0503020204020204" pitchFamily="34" charset="-122"/>
          <a:ea typeface="微软雅黑" panose="020B0503020204020204" pitchFamily="34" charset="-122"/>
          <a:cs typeface="+mj-cs"/>
        </a:defRPr>
      </a:lvl1pPr>
      <a:lvl2pPr marL="533400" indent="-168275" algn="l" defTabSz="1158875" rtl="0" eaLnBrk="0" fontAlgn="base" hangingPunct="0">
        <a:spcBef>
          <a:spcPct val="20000"/>
        </a:spcBef>
        <a:spcAft>
          <a:spcPct val="0"/>
        </a:spcAft>
        <a:buClr>
          <a:srgbClr val="660066"/>
        </a:buClr>
        <a:buSzPct val="100000"/>
        <a:buFont typeface="Wingdings" panose="05000000000000000000" pitchFamily="2" charset="2"/>
        <a:buChar char="n"/>
        <a:defRPr sz="2200" b="1">
          <a:solidFill>
            <a:schemeClr val="tx1"/>
          </a:solidFill>
          <a:latin typeface="微软雅黑" panose="020B0503020204020204" pitchFamily="34" charset="-122"/>
          <a:ea typeface="微软雅黑" panose="020B0503020204020204" pitchFamily="34" charset="-122"/>
        </a:defRPr>
      </a:lvl2pPr>
      <a:lvl3pPr marL="898525" indent="-182880" algn="l" defTabSz="1158875" rtl="0" eaLnBrk="0" fontAlgn="base" hangingPunct="0">
        <a:spcBef>
          <a:spcPct val="20000"/>
        </a:spcBef>
        <a:spcAft>
          <a:spcPct val="0"/>
        </a:spcAft>
        <a:buClr>
          <a:srgbClr val="800000"/>
        </a:buClr>
        <a:buSzPct val="100000"/>
        <a:buFont typeface="Wingdings" panose="05000000000000000000" pitchFamily="2" charset="2"/>
        <a:buChar char="Ø"/>
        <a:defRPr sz="2000" b="1">
          <a:solidFill>
            <a:schemeClr val="tx1"/>
          </a:solidFill>
          <a:latin typeface="微软雅黑" panose="020B0503020204020204" pitchFamily="34" charset="-122"/>
          <a:ea typeface="微软雅黑" panose="020B0503020204020204" pitchFamily="34" charset="-122"/>
        </a:defRPr>
      </a:lvl3pPr>
      <a:lvl4pPr marL="1637030" indent="-228600" algn="l" defTabSz="1158875" rtl="0" eaLnBrk="0" fontAlgn="base" hangingPunct="0">
        <a:spcBef>
          <a:spcPct val="20000"/>
        </a:spcBef>
        <a:spcAft>
          <a:spcPct val="0"/>
        </a:spcAft>
        <a:buSzPct val="100000"/>
        <a:buChar char="–"/>
        <a:defRPr sz="2000" b="1">
          <a:solidFill>
            <a:schemeClr val="tx1"/>
          </a:solidFill>
          <a:latin typeface="+mn-lt"/>
        </a:defRPr>
      </a:lvl4pPr>
      <a:lvl5pPr marL="2057400" indent="-228600" algn="l" defTabSz="1158875" rtl="0" eaLnBrk="0" fontAlgn="base" hangingPunct="0">
        <a:spcBef>
          <a:spcPct val="20000"/>
        </a:spcBef>
        <a:spcAft>
          <a:spcPct val="0"/>
        </a:spcAft>
        <a:buSzPct val="100000"/>
        <a:buChar char="•"/>
        <a:defRPr sz="2000" b="1">
          <a:solidFill>
            <a:schemeClr val="tx1"/>
          </a:solidFill>
          <a:latin typeface="+mn-lt"/>
        </a:defRPr>
      </a:lvl5pPr>
      <a:lvl6pPr marL="2514600" indent="-228600" algn="l" defTabSz="1158875" rtl="0" eaLnBrk="0" fontAlgn="base" hangingPunct="0">
        <a:spcBef>
          <a:spcPct val="20000"/>
        </a:spcBef>
        <a:spcAft>
          <a:spcPct val="0"/>
        </a:spcAft>
        <a:buSzPct val="100000"/>
        <a:buChar char="•"/>
        <a:defRPr b="1">
          <a:solidFill>
            <a:schemeClr val="tx1"/>
          </a:solidFill>
          <a:latin typeface="+mn-lt"/>
        </a:defRPr>
      </a:lvl6pPr>
      <a:lvl7pPr marL="2971800" indent="-228600" algn="l" defTabSz="1158875" rtl="0" eaLnBrk="0" fontAlgn="base" hangingPunct="0">
        <a:spcBef>
          <a:spcPct val="20000"/>
        </a:spcBef>
        <a:spcAft>
          <a:spcPct val="0"/>
        </a:spcAft>
        <a:buSzPct val="100000"/>
        <a:buChar char="•"/>
        <a:defRPr b="1">
          <a:solidFill>
            <a:schemeClr val="tx1"/>
          </a:solidFill>
          <a:latin typeface="+mn-lt"/>
        </a:defRPr>
      </a:lvl7pPr>
      <a:lvl8pPr marL="3429000" indent="-228600" algn="l" defTabSz="1158875" rtl="0" eaLnBrk="0" fontAlgn="base" hangingPunct="0">
        <a:spcBef>
          <a:spcPct val="20000"/>
        </a:spcBef>
        <a:spcAft>
          <a:spcPct val="0"/>
        </a:spcAft>
        <a:buSzPct val="100000"/>
        <a:buChar char="•"/>
        <a:defRPr b="1">
          <a:solidFill>
            <a:schemeClr val="tx1"/>
          </a:solidFill>
          <a:latin typeface="+mn-lt"/>
        </a:defRPr>
      </a:lvl8pPr>
      <a:lvl9pPr marL="3886200" indent="-228600" algn="l" defTabSz="1158875" rtl="0" eaLnBrk="0" fontAlgn="base" hangingPunct="0">
        <a:spcBef>
          <a:spcPct val="20000"/>
        </a:spcBef>
        <a:spcAft>
          <a:spcPct val="0"/>
        </a:spcAft>
        <a:buSzPct val="100000"/>
        <a:buChar char="•"/>
        <a:defRPr b="1">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ctrTitle"/>
          </p:nvPr>
        </p:nvSpPr>
        <p:spPr>
          <a:xfrm>
            <a:off x="914400" y="57151"/>
            <a:ext cx="7543800" cy="573881"/>
          </a:xfrm>
        </p:spPr>
        <p:txBody>
          <a:bodyPr/>
          <a:lstStyle/>
          <a:p>
            <a:r>
              <a:rPr lang="zh-CN" altLang="en-US" dirty="0"/>
              <a:t>第</a:t>
            </a:r>
            <a:r>
              <a:rPr lang="en-US" altLang="zh-CN" dirty="0"/>
              <a:t>15</a:t>
            </a:r>
            <a:r>
              <a:rPr lang="zh-CN" altLang="en-US" dirty="0"/>
              <a:t>章 </a:t>
            </a:r>
            <a:r>
              <a:rPr lang="en-US" altLang="zh-CN" dirty="0"/>
              <a:t>JavaScript</a:t>
            </a:r>
            <a:r>
              <a:rPr lang="zh-CN" altLang="en-US" dirty="0"/>
              <a:t>事件分析</a:t>
            </a:r>
            <a:r>
              <a:rPr lang="en-US" altLang="zh-CN" dirty="0"/>
              <a:t>(1-</a:t>
            </a:r>
            <a:r>
              <a:rPr lang="en-US" altLang="zh-CN" dirty="0">
                <a:ea typeface="宋体" panose="02010600030101010101" pitchFamily="2" charset="-122"/>
              </a:rPr>
              <a:t>2</a:t>
            </a:r>
            <a:r>
              <a:rPr lang="zh-CN" altLang="en-US" dirty="0">
                <a:ea typeface="宋体" panose="02010600030101010101" pitchFamily="2" charset="-122"/>
              </a:rPr>
              <a:t>课时</a:t>
            </a:r>
            <a:r>
              <a:rPr lang="en-US" altLang="zh-CN" dirty="0">
                <a:ea typeface="宋体" panose="02010600030101010101" pitchFamily="2" charset="-122"/>
              </a:rPr>
              <a:t>)</a:t>
            </a:r>
            <a:endParaRPr lang="zh-CN" altLang="en-US" dirty="0"/>
          </a:p>
        </p:txBody>
      </p:sp>
      <p:pic>
        <p:nvPicPr>
          <p:cNvPr id="1026" name="Picture 2"/>
          <p:cNvPicPr>
            <a:picLocks noChangeAspect="1" noChangeArrowheads="1"/>
          </p:cNvPicPr>
          <p:nvPr/>
        </p:nvPicPr>
        <p:blipFill>
          <a:blip r:embed="rId2" cstate="print"/>
          <a:srcRect/>
          <a:stretch>
            <a:fillRect/>
          </a:stretch>
        </p:blipFill>
        <p:spPr bwMode="auto">
          <a:xfrm>
            <a:off x="1524000" y="819150"/>
            <a:ext cx="7295798" cy="30861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cstate="print"/>
          <a:srcRect/>
          <a:stretch>
            <a:fillRect/>
          </a:stretch>
        </p:blipFill>
        <p:spPr bwMode="auto">
          <a:xfrm>
            <a:off x="2667000" y="3943350"/>
            <a:ext cx="6393658" cy="734200"/>
          </a:xfrm>
          <a:prstGeom prst="rect">
            <a:avLst/>
          </a:prstGeom>
          <a:noFill/>
          <a:ln w="9525">
            <a:noFill/>
            <a:miter lim="800000"/>
            <a:headEnd/>
            <a:tailEnd/>
          </a:ln>
          <a:effectLst/>
        </p:spPr>
      </p:pic>
      <p:sp>
        <p:nvSpPr>
          <p:cNvPr id="8" name="圆角矩形标注 7"/>
          <p:cNvSpPr/>
          <p:nvPr/>
        </p:nvSpPr>
        <p:spPr bwMode="auto">
          <a:xfrm>
            <a:off x="762000" y="3886200"/>
            <a:ext cx="1676400" cy="628650"/>
          </a:xfrm>
          <a:prstGeom prst="wedgeRoundRectCallout">
            <a:avLst>
              <a:gd name="adj1" fmla="val 49297"/>
              <a:gd name="adj2" fmla="val -126245"/>
              <a:gd name="adj3" fmla="val 16667"/>
            </a:avLst>
          </a:prstGeom>
          <a:solidFill>
            <a:srgbClr val="0000FA"/>
          </a:solidFill>
          <a:ln w="25400" cap="flat" cmpd="sng" algn="ctr">
            <a:solidFill>
              <a:srgbClr val="FFFFFF"/>
            </a:solidFill>
            <a:prstDash val="solid"/>
            <a:round/>
            <a:headEnd type="none" w="med" len="med"/>
            <a:tailEnd type="none" w="med" len="med"/>
          </a:ln>
          <a:effectLst>
            <a:outerShdw dist="107763" dir="2700000" algn="ctr" rotWithShape="0">
              <a:srgbClr val="000000">
                <a:alpha val="50000"/>
              </a:srgbClr>
            </a:outerShdw>
          </a:effectLst>
        </p:spPr>
        <p:txBody>
          <a:bodyPr vert="horz" wrap="none" lIns="91440" tIns="45720" rIns="91440" bIns="45720" numCol="1" rtlCol="0" anchor="ctr" anchorCtr="0" compatLnSpc="1"/>
          <a:lstStyle/>
          <a:p>
            <a:pPr marR="0" algn="ctr" defTabSz="1158875" rtl="0" eaLnBrk="0" fontAlgn="base" latinLnBrk="0" hangingPunct="0">
              <a:lnSpc>
                <a:spcPct val="90000"/>
              </a:lnSpc>
              <a:spcBef>
                <a:spcPct val="20000"/>
              </a:spcBef>
              <a:spcAft>
                <a:spcPct val="0"/>
              </a:spcAft>
              <a:buClr>
                <a:srgbClr val="660066"/>
              </a:buClr>
              <a:buSzPct val="100000"/>
              <a:buFont typeface="Wingdings" panose="05000000000000000000" pitchFamily="2" charset="2"/>
              <a:buNone/>
            </a:pPr>
            <a:r>
              <a:rPr kumimoji="0" lang="zh-CN" altLang="en-US" sz="2200" b="1"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使用</a:t>
            </a:r>
            <a:r>
              <a:rPr kumimoji="0" lang="en-US" altLang="zh-CN" sz="2200" b="1"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JS</a:t>
            </a:r>
          </a:p>
          <a:p>
            <a:pPr marR="0" algn="ctr" defTabSz="1158875" rtl="0" eaLnBrk="0" fontAlgn="base" latinLnBrk="0" hangingPunct="0">
              <a:lnSpc>
                <a:spcPct val="90000"/>
              </a:lnSpc>
              <a:spcBef>
                <a:spcPct val="20000"/>
              </a:spcBef>
              <a:spcAft>
                <a:spcPct val="0"/>
              </a:spcAft>
              <a:buClr>
                <a:srgbClr val="660066"/>
              </a:buClr>
              <a:buSzPct val="100000"/>
              <a:buFont typeface="Wingdings" panose="05000000000000000000" pitchFamily="2" charset="2"/>
              <a:buNone/>
            </a:pPr>
            <a:r>
              <a:rPr kumimoji="0" lang="zh-CN" altLang="en-US" sz="2200" b="1"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事件编程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r>
              <a:rPr lang="zh-CN" altLang="en-US" dirty="0"/>
              <a:t>本章学习目标</a:t>
            </a:r>
          </a:p>
        </p:txBody>
      </p:sp>
      <p:sp>
        <p:nvSpPr>
          <p:cNvPr id="154627" name="Rectangle 3"/>
          <p:cNvSpPr>
            <a:spLocks noGrp="1" noChangeArrowheads="1"/>
          </p:cNvSpPr>
          <p:nvPr>
            <p:ph idx="1"/>
          </p:nvPr>
        </p:nvSpPr>
        <p:spPr>
          <a:xfrm>
            <a:off x="533400" y="819151"/>
            <a:ext cx="8509000" cy="3810000"/>
          </a:xfrm>
        </p:spPr>
        <p:txBody>
          <a:bodyPr/>
          <a:lstStyle/>
          <a:p>
            <a:pPr marL="443230">
              <a:buNone/>
            </a:pPr>
            <a:r>
              <a:rPr lang="en-US" altLang="zh-CN" dirty="0"/>
              <a:t>Web </a:t>
            </a:r>
            <a:r>
              <a:rPr lang="zh-CN" altLang="en-US" dirty="0"/>
              <a:t>前端开发工程师应掌握以下内容：</a:t>
            </a:r>
            <a:endParaRPr lang="en-US" altLang="zh-CN" dirty="0">
              <a:latin typeface="+mj-ea"/>
              <a:ea typeface="+mj-ea"/>
            </a:endParaRPr>
          </a:p>
          <a:p>
            <a:pPr marL="719455" indent="0"/>
            <a:r>
              <a:rPr lang="zh-CN" altLang="en-US" dirty="0">
                <a:latin typeface="+mj-ea"/>
                <a:ea typeface="+mj-ea"/>
              </a:rPr>
              <a:t>了解</a:t>
            </a:r>
            <a:r>
              <a:rPr lang="en-US" altLang="zh-CN" dirty="0">
                <a:latin typeface="+mj-ea"/>
                <a:ea typeface="+mj-ea"/>
              </a:rPr>
              <a:t>JavaScript</a:t>
            </a:r>
            <a:r>
              <a:rPr lang="zh-CN" altLang="en-US" dirty="0">
                <a:latin typeface="+mj-ea"/>
                <a:ea typeface="+mj-ea"/>
              </a:rPr>
              <a:t>事件类型。               </a:t>
            </a:r>
          </a:p>
          <a:p>
            <a:pPr marL="719455" indent="0"/>
            <a:r>
              <a:rPr lang="zh-CN" altLang="en-US" dirty="0">
                <a:latin typeface="+mj-ea"/>
                <a:ea typeface="+mj-ea"/>
              </a:rPr>
              <a:t>理解事件发生时事件处理的三种方式。</a:t>
            </a:r>
          </a:p>
          <a:p>
            <a:pPr marL="719455" indent="0"/>
            <a:r>
              <a:rPr lang="zh-CN" altLang="en-US" dirty="0">
                <a:latin typeface="+mj-ea"/>
                <a:ea typeface="+mj-ea"/>
              </a:rPr>
              <a:t>学会利用表单的提交及重置事件对表单的数据进行校验。</a:t>
            </a:r>
          </a:p>
          <a:p>
            <a:pPr marL="719455" indent="0"/>
            <a:r>
              <a:rPr lang="zh-CN" altLang="en-US" dirty="0">
                <a:latin typeface="+mj-ea"/>
                <a:ea typeface="+mj-ea"/>
              </a:rPr>
              <a:t>理解鼠标事件中的鼠标单击及鼠标移动事件。</a:t>
            </a:r>
          </a:p>
          <a:p>
            <a:pPr marL="719455" indent="0"/>
            <a:r>
              <a:rPr lang="zh-CN" altLang="en-US" dirty="0">
                <a:latin typeface="+mj-ea"/>
                <a:ea typeface="+mj-ea"/>
              </a:rPr>
              <a:t>掌握常用的键盘及窗口事件。</a:t>
            </a:r>
            <a:endParaRPr lang="en-US" altLang="zh-CN" dirty="0">
              <a:latin typeface="+mj-ea"/>
              <a:ea typeface="+mj-ea"/>
            </a:endParaRPr>
          </a:p>
          <a:p>
            <a:pPr marL="719455" indent="0"/>
            <a:r>
              <a:rPr lang="en-US" altLang="zh-CN" dirty="0">
                <a:solidFill>
                  <a:srgbClr val="FF0000"/>
                </a:solidFill>
                <a:latin typeface="+mj-ea"/>
                <a:ea typeface="+mj-ea"/>
              </a:rPr>
              <a:t>JavaScript </a:t>
            </a:r>
            <a:r>
              <a:rPr lang="zh-CN" altLang="en-US" dirty="0">
                <a:solidFill>
                  <a:srgbClr val="FF0000"/>
                </a:solidFill>
                <a:latin typeface="+mj-ea"/>
                <a:ea typeface="+mj-ea"/>
              </a:rPr>
              <a:t>事件循环</a:t>
            </a:r>
            <a:r>
              <a:rPr lang="zh-CN" altLang="en-US">
                <a:solidFill>
                  <a:srgbClr val="FF0000"/>
                </a:solidFill>
                <a:latin typeface="+mj-ea"/>
                <a:ea typeface="+mj-ea"/>
              </a:rPr>
              <a:t>机制及实例</a:t>
            </a:r>
            <a:endParaRPr lang="zh-CN" altLang="en-US" dirty="0">
              <a:solidFill>
                <a:srgbClr val="FF0000"/>
              </a:solidFill>
              <a:latin typeface="+mj-ea"/>
              <a:ea typeface="+mj-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r>
              <a:rPr lang="en-US" altLang="zh-CN" dirty="0"/>
              <a:t>15.1  JavaScript</a:t>
            </a:r>
            <a:r>
              <a:rPr lang="zh-CN" altLang="en-US" dirty="0"/>
              <a:t>事件概述</a:t>
            </a:r>
          </a:p>
        </p:txBody>
      </p:sp>
      <p:sp>
        <p:nvSpPr>
          <p:cNvPr id="4" name="Rectangle 3"/>
          <p:cNvSpPr txBox="1">
            <a:spLocks noChangeArrowheads="1"/>
          </p:cNvSpPr>
          <p:nvPr/>
        </p:nvSpPr>
        <p:spPr bwMode="auto">
          <a:xfrm>
            <a:off x="533400" y="819150"/>
            <a:ext cx="8534400" cy="1143000"/>
          </a:xfrm>
          <a:prstGeom prst="rect">
            <a:avLst/>
          </a:prstGeom>
          <a:noFill/>
          <a:ln w="12700">
            <a:noFill/>
            <a:miter lim="800000"/>
          </a:ln>
          <a:effectLst/>
        </p:spPr>
        <p:txBody>
          <a:bodyPr vert="horz" wrap="square" lIns="91440" tIns="45720" rIns="91440" bIns="45720" numCol="1" anchor="t" anchorCtr="0" compatLnSpc="1"/>
          <a:lstStyle/>
          <a:p>
            <a:pPr marL="0" marR="0" lvl="0" indent="0" algn="l" defTabSz="1158875" rtl="0" eaLnBrk="0" fontAlgn="base" latinLnBrk="0" hangingPunct="0">
              <a:lnSpc>
                <a:spcPct val="100000"/>
              </a:lnSpc>
              <a:spcBef>
                <a:spcPts val="0"/>
              </a:spcBef>
              <a:spcAft>
                <a:spcPts val="0"/>
              </a:spcAft>
              <a:buClr>
                <a:srgbClr val="0000CC"/>
              </a:buClr>
              <a:buSzPct val="10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a:t>
            </a:r>
            <a:r>
              <a:rPr kumimoji="0" lang="zh-CN" altLang="en-US"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事件编程</a:t>
            </a:r>
            <a:r>
              <a:rPr kumimoji="0" lang="en-US" altLang="zh-CN"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a:t>
            </a:r>
            <a:r>
              <a:rPr kumimoji="0" lang="zh-CN" altLang="en-US"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让用户不仅能够浏览页面中的内容，而且还可以和页面元素进行交互。 </a:t>
            </a:r>
          </a:p>
          <a:p>
            <a:pPr marL="0" marR="0" lvl="0" indent="0" algn="just" defTabSz="1158875" rtl="0" eaLnBrk="0" fontAlgn="base" latinLnBrk="0" hangingPunct="0">
              <a:lnSpc>
                <a:spcPct val="100000"/>
              </a:lnSpc>
              <a:spcBef>
                <a:spcPts val="0"/>
              </a:spcBef>
              <a:spcAft>
                <a:spcPts val="0"/>
              </a:spcAft>
              <a:buClr>
                <a:srgbClr val="0000CC"/>
              </a:buClr>
              <a:buSzPct val="100000"/>
              <a:buFont typeface="Wingdings" panose="05000000000000000000" pitchFamily="2" charset="2"/>
              <a:buNone/>
              <a:defRPr/>
            </a:pPr>
            <a:r>
              <a:rPr kumimoji="0" lang="zh-CN" altLang="en-US"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       事件</a:t>
            </a:r>
            <a:r>
              <a:rPr kumimoji="0" lang="en-US" altLang="zh-CN"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a:t>
            </a:r>
            <a:r>
              <a:rPr kumimoji="0" lang="zh-CN" altLang="en-US"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事件是可以被</a:t>
            </a:r>
            <a:r>
              <a:rPr kumimoji="0" lang="en-US" altLang="zh-CN"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JavaScript</a:t>
            </a:r>
            <a:r>
              <a:rPr kumimoji="0" lang="zh-CN" altLang="en-US"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侦测到的行为</a:t>
            </a:r>
            <a:r>
              <a:rPr kumimoji="0" lang="en-US" altLang="zh-CN"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(ACTION)</a:t>
            </a:r>
            <a:r>
              <a:rPr kumimoji="0" lang="zh-CN" altLang="en-US"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a:t>
            </a:r>
          </a:p>
        </p:txBody>
      </p:sp>
      <p:sp>
        <p:nvSpPr>
          <p:cNvPr id="5" name="Rectangle 4"/>
          <p:cNvSpPr>
            <a:spLocks noChangeArrowheads="1"/>
          </p:cNvSpPr>
          <p:nvPr/>
        </p:nvSpPr>
        <p:spPr bwMode="gray">
          <a:xfrm>
            <a:off x="930276" y="2104385"/>
            <a:ext cx="1584325" cy="1791260"/>
          </a:xfrm>
          <a:prstGeom prst="rect">
            <a:avLst/>
          </a:prstGeom>
          <a:solidFill>
            <a:srgbClr val="0000FA"/>
          </a:solidFill>
          <a:ln w="38100" algn="ctr">
            <a:noFill/>
            <a:miter lim="800000"/>
          </a:ln>
          <a:effectLst>
            <a:outerShdw dist="107763" dir="2700000" algn="ctr" rotWithShape="0">
              <a:srgbClr val="808080">
                <a:alpha val="50000"/>
              </a:srgbClr>
            </a:outerShdw>
          </a:effectLst>
        </p:spPr>
        <p:txBody>
          <a:bodyPr anchor="ctr">
            <a:spAutoFit/>
          </a:bodyPr>
          <a:lstStyle/>
          <a:p>
            <a:r>
              <a:rPr lang="zh-CN" altLang="en-US" sz="2000" dirty="0">
                <a:solidFill>
                  <a:schemeClr val="bg1"/>
                </a:solidFill>
              </a:rPr>
              <a:t>事件源</a:t>
            </a:r>
          </a:p>
          <a:p>
            <a:r>
              <a:rPr lang="en-US" altLang="zh-CN" sz="2000" dirty="0">
                <a:solidFill>
                  <a:schemeClr val="bg1"/>
                </a:solidFill>
              </a:rPr>
              <a:t>Window</a:t>
            </a:r>
          </a:p>
          <a:p>
            <a:r>
              <a:rPr lang="en-US" altLang="zh-CN" sz="2000" dirty="0">
                <a:solidFill>
                  <a:schemeClr val="bg1"/>
                </a:solidFill>
              </a:rPr>
              <a:t>Form</a:t>
            </a:r>
          </a:p>
          <a:p>
            <a:r>
              <a:rPr lang="en-US" altLang="zh-CN" sz="2000" dirty="0">
                <a:solidFill>
                  <a:schemeClr val="bg1"/>
                </a:solidFill>
              </a:rPr>
              <a:t>Mouse</a:t>
            </a:r>
          </a:p>
          <a:p>
            <a:r>
              <a:rPr lang="en-US" altLang="zh-CN" sz="2000" dirty="0">
                <a:solidFill>
                  <a:schemeClr val="bg1"/>
                </a:solidFill>
              </a:rPr>
              <a:t>key</a:t>
            </a:r>
            <a:endParaRPr lang="en-US" altLang="zh-CN" dirty="0">
              <a:solidFill>
                <a:schemeClr val="bg1"/>
              </a:solidFill>
            </a:endParaRPr>
          </a:p>
        </p:txBody>
      </p:sp>
      <p:sp>
        <p:nvSpPr>
          <p:cNvPr id="6" name="Rectangle 5"/>
          <p:cNvSpPr>
            <a:spLocks noChangeArrowheads="1"/>
          </p:cNvSpPr>
          <p:nvPr/>
        </p:nvSpPr>
        <p:spPr bwMode="gray">
          <a:xfrm>
            <a:off x="3794126" y="2075890"/>
            <a:ext cx="1871663" cy="1791260"/>
          </a:xfrm>
          <a:prstGeom prst="rect">
            <a:avLst/>
          </a:prstGeom>
          <a:solidFill>
            <a:srgbClr val="0000FA"/>
          </a:solidFill>
          <a:ln w="38100" algn="ctr">
            <a:noFill/>
            <a:miter lim="800000"/>
          </a:ln>
          <a:effectLst>
            <a:outerShdw dist="107763" dir="2700000" algn="ctr" rotWithShape="0">
              <a:srgbClr val="808080">
                <a:alpha val="50000"/>
              </a:srgbClr>
            </a:outerShdw>
          </a:effectLst>
        </p:spPr>
        <p:txBody>
          <a:bodyPr anchor="ctr">
            <a:spAutoFit/>
          </a:bodyPr>
          <a:lstStyle/>
          <a:p>
            <a:r>
              <a:rPr lang="zh-CN" altLang="en-US" sz="2000" dirty="0">
                <a:solidFill>
                  <a:schemeClr val="bg1"/>
                </a:solidFill>
              </a:rPr>
              <a:t>事件</a:t>
            </a:r>
          </a:p>
          <a:p>
            <a:r>
              <a:rPr lang="en-US" altLang="zh-CN" sz="2000" dirty="0">
                <a:solidFill>
                  <a:schemeClr val="bg1"/>
                </a:solidFill>
              </a:rPr>
              <a:t>HTML</a:t>
            </a:r>
            <a:r>
              <a:rPr lang="zh-CN" altLang="en-US" sz="2000" dirty="0">
                <a:solidFill>
                  <a:schemeClr val="bg1"/>
                </a:solidFill>
              </a:rPr>
              <a:t>事件</a:t>
            </a:r>
          </a:p>
          <a:p>
            <a:r>
              <a:rPr lang="zh-CN" altLang="en-US" sz="2000" dirty="0">
                <a:solidFill>
                  <a:schemeClr val="bg1"/>
                </a:solidFill>
              </a:rPr>
              <a:t>突变事件</a:t>
            </a:r>
          </a:p>
          <a:p>
            <a:r>
              <a:rPr lang="zh-CN" altLang="en-US" sz="2000" dirty="0">
                <a:solidFill>
                  <a:schemeClr val="bg1"/>
                </a:solidFill>
              </a:rPr>
              <a:t>双击事件</a:t>
            </a:r>
          </a:p>
          <a:p>
            <a:r>
              <a:rPr lang="en-US" altLang="zh-CN" sz="2000" dirty="0">
                <a:solidFill>
                  <a:schemeClr val="bg1"/>
                </a:solidFill>
                <a:latin typeface="微软雅黑" panose="020B0503020204020204" pitchFamily="34" charset="-122"/>
              </a:rPr>
              <a:t>…</a:t>
            </a:r>
            <a:endParaRPr lang="en-US" altLang="zh-CN" sz="2000" dirty="0">
              <a:solidFill>
                <a:schemeClr val="bg1"/>
              </a:solidFill>
            </a:endParaRPr>
          </a:p>
        </p:txBody>
      </p:sp>
      <p:sp>
        <p:nvSpPr>
          <p:cNvPr id="7" name="Rectangle 6"/>
          <p:cNvSpPr>
            <a:spLocks noChangeArrowheads="1"/>
          </p:cNvSpPr>
          <p:nvPr/>
        </p:nvSpPr>
        <p:spPr bwMode="gray">
          <a:xfrm>
            <a:off x="6894514" y="2482054"/>
            <a:ext cx="1944687" cy="1080296"/>
          </a:xfrm>
          <a:prstGeom prst="rect">
            <a:avLst/>
          </a:prstGeom>
          <a:solidFill>
            <a:srgbClr val="0000FA"/>
          </a:solidFill>
          <a:ln w="38100" algn="ctr">
            <a:noFill/>
            <a:miter lim="800000"/>
          </a:ln>
          <a:effectLst>
            <a:outerShdw dist="107763" dir="2700000" algn="ctr" rotWithShape="0">
              <a:srgbClr val="808080">
                <a:alpha val="50000"/>
              </a:srgbClr>
            </a:outerShdw>
          </a:effectLst>
        </p:spPr>
        <p:txBody>
          <a:bodyPr anchor="ctr">
            <a:spAutoFit/>
          </a:bodyPr>
          <a:lstStyle/>
          <a:p>
            <a:r>
              <a:rPr lang="zh-CN" altLang="en-US" sz="2000" dirty="0">
                <a:solidFill>
                  <a:schemeClr val="bg1"/>
                </a:solidFill>
              </a:rPr>
              <a:t>事件句柄</a:t>
            </a:r>
          </a:p>
          <a:p>
            <a:r>
              <a:rPr lang="en-US" altLang="zh-CN" sz="2000" dirty="0" err="1">
                <a:solidFill>
                  <a:schemeClr val="bg1"/>
                </a:solidFill>
              </a:rPr>
              <a:t>onclick</a:t>
            </a:r>
            <a:endParaRPr lang="en-US" altLang="zh-CN" sz="2000" dirty="0">
              <a:solidFill>
                <a:schemeClr val="bg1"/>
              </a:solidFill>
            </a:endParaRPr>
          </a:p>
          <a:p>
            <a:r>
              <a:rPr lang="en-US" altLang="zh-CN" sz="2000" dirty="0" err="1">
                <a:solidFill>
                  <a:schemeClr val="bg1"/>
                </a:solidFill>
              </a:rPr>
              <a:t>ondblclick</a:t>
            </a:r>
            <a:endParaRPr lang="en-US" altLang="zh-CN" sz="2000" dirty="0">
              <a:solidFill>
                <a:schemeClr val="bg1"/>
              </a:solidFill>
            </a:endParaRPr>
          </a:p>
        </p:txBody>
      </p:sp>
      <p:sp>
        <p:nvSpPr>
          <p:cNvPr id="8" name="Line 8"/>
          <p:cNvSpPr>
            <a:spLocks noChangeShapeType="1"/>
          </p:cNvSpPr>
          <p:nvPr/>
        </p:nvSpPr>
        <p:spPr bwMode="gray">
          <a:xfrm>
            <a:off x="2641600" y="2952750"/>
            <a:ext cx="1079500" cy="0"/>
          </a:xfrm>
          <a:prstGeom prst="line">
            <a:avLst/>
          </a:prstGeom>
          <a:noFill/>
          <a:ln w="76200">
            <a:solidFill>
              <a:srgbClr val="FF3300"/>
            </a:solidFill>
            <a:round/>
            <a:tailEnd type="triangle" w="med" len="med"/>
          </a:ln>
          <a:effectLst>
            <a:outerShdw dist="107763" dir="2700000" algn="ctr" rotWithShape="0">
              <a:srgbClr val="808080">
                <a:alpha val="50000"/>
              </a:srgbClr>
            </a:outerShdw>
          </a:effectLst>
        </p:spPr>
        <p:txBody>
          <a:bodyPr>
            <a:spAutoFit/>
          </a:bodyPr>
          <a:lstStyle/>
          <a:p>
            <a:endParaRPr lang="zh-CN" altLang="en-US"/>
          </a:p>
        </p:txBody>
      </p:sp>
      <p:sp>
        <p:nvSpPr>
          <p:cNvPr id="9" name="Line 12"/>
          <p:cNvSpPr>
            <a:spLocks noChangeShapeType="1"/>
          </p:cNvSpPr>
          <p:nvPr/>
        </p:nvSpPr>
        <p:spPr bwMode="gray">
          <a:xfrm>
            <a:off x="5881688" y="3028950"/>
            <a:ext cx="1008062" cy="0"/>
          </a:xfrm>
          <a:prstGeom prst="line">
            <a:avLst/>
          </a:prstGeom>
          <a:noFill/>
          <a:ln w="76200">
            <a:solidFill>
              <a:srgbClr val="FF3300"/>
            </a:solidFill>
            <a:round/>
            <a:tailEnd type="triangle" w="med" len="med"/>
          </a:ln>
          <a:effectLst>
            <a:outerShdw dist="107763" dir="2700000" algn="ctr" rotWithShape="0">
              <a:srgbClr val="808080">
                <a:alpha val="50000"/>
              </a:srgbClr>
            </a:outerShdw>
          </a:effectLst>
        </p:spPr>
        <p:txBody>
          <a:bodyPr>
            <a:spAutoFit/>
          </a:bodyPr>
          <a:lstStyle/>
          <a:p>
            <a:endParaRPr lang="zh-CN" altLang="en-US"/>
          </a:p>
        </p:txBody>
      </p:sp>
      <p:sp>
        <p:nvSpPr>
          <p:cNvPr id="10" name="Freeform 13"/>
          <p:cNvSpPr/>
          <p:nvPr/>
        </p:nvSpPr>
        <p:spPr bwMode="gray">
          <a:xfrm>
            <a:off x="5778500" y="3851118"/>
            <a:ext cx="2298700" cy="397032"/>
          </a:xfrm>
          <a:custGeom>
            <a:avLst/>
            <a:gdLst/>
            <a:ahLst/>
            <a:cxnLst>
              <a:cxn ang="0">
                <a:pos x="1406" y="0"/>
              </a:cxn>
              <a:cxn ang="0">
                <a:pos x="1406" y="499"/>
              </a:cxn>
              <a:cxn ang="0">
                <a:pos x="0" y="590"/>
              </a:cxn>
            </a:cxnLst>
            <a:rect l="0" t="0" r="r" b="b"/>
            <a:pathLst>
              <a:path w="1640" h="597">
                <a:moveTo>
                  <a:pt x="1406" y="0"/>
                </a:moveTo>
                <a:cubicBezTo>
                  <a:pt x="1523" y="200"/>
                  <a:pt x="1640" y="401"/>
                  <a:pt x="1406" y="499"/>
                </a:cubicBezTo>
                <a:cubicBezTo>
                  <a:pt x="1172" y="597"/>
                  <a:pt x="234" y="575"/>
                  <a:pt x="0" y="590"/>
                </a:cubicBezTo>
              </a:path>
            </a:pathLst>
          </a:custGeom>
          <a:noFill/>
          <a:ln w="76200" cap="flat" cmpd="sng">
            <a:solidFill>
              <a:srgbClr val="FF3300"/>
            </a:solidFill>
            <a:prstDash val="solid"/>
            <a:round/>
            <a:headEnd type="none" w="med" len="med"/>
            <a:tailEnd type="triangle" w="med" len="med"/>
          </a:ln>
          <a:effectLst>
            <a:outerShdw dist="107763" dir="2700000" algn="ctr" rotWithShape="0">
              <a:srgbClr val="808080">
                <a:alpha val="50000"/>
              </a:srgbClr>
            </a:outerShdw>
          </a:effectLst>
        </p:spPr>
        <p:txBody>
          <a:bodyPr wrap="square">
            <a:spAutoFit/>
          </a:bodyPr>
          <a:lstStyle/>
          <a:p>
            <a:endParaRPr lang="zh-CN" altLang="en-US"/>
          </a:p>
        </p:txBody>
      </p:sp>
      <p:sp>
        <p:nvSpPr>
          <p:cNvPr id="11" name="Rectangle 7"/>
          <p:cNvSpPr>
            <a:spLocks noChangeArrowheads="1"/>
          </p:cNvSpPr>
          <p:nvPr/>
        </p:nvSpPr>
        <p:spPr bwMode="gray">
          <a:xfrm>
            <a:off x="3825875" y="3982819"/>
            <a:ext cx="1889125" cy="646331"/>
          </a:xfrm>
          <a:prstGeom prst="rect">
            <a:avLst/>
          </a:prstGeom>
          <a:solidFill>
            <a:srgbClr val="0000FA"/>
          </a:solidFill>
          <a:ln w="38100" algn="ctr">
            <a:noFill/>
            <a:miter lim="800000"/>
          </a:ln>
          <a:effectLst>
            <a:outerShdw dist="107763" dir="2700000" algn="ctr" rotWithShape="0">
              <a:srgbClr val="808080">
                <a:alpha val="50000"/>
              </a:srgbClr>
            </a:outerShdw>
          </a:effectLst>
        </p:spPr>
        <p:txBody>
          <a:bodyPr wrap="square" anchor="ctr">
            <a:spAutoFit/>
          </a:bodyPr>
          <a:lstStyle/>
          <a:p>
            <a:r>
              <a:rPr lang="zh-CN" altLang="en-US" sz="2000" dirty="0">
                <a:solidFill>
                  <a:schemeClr val="bg1"/>
                </a:solidFill>
              </a:rPr>
              <a:t>编写事件处理代码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ox(in)">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0-#ppt_w/2"/>
                                          </p:val>
                                        </p:tav>
                                        <p:tav tm="100000">
                                          <p:val>
                                            <p:strVal val="#ppt_x"/>
                                          </p:val>
                                        </p:tav>
                                      </p:tavLst>
                                    </p:anim>
                                    <p:anim calcmode="lin" valueType="num">
                                      <p:cBhvr additive="base">
                                        <p:cTn id="25"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checkerboard(across)">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ppt_x</p:attrName>
                                        </p:attrNameLst>
                                      </p:cBhvr>
                                      <p:tavLst>
                                        <p:tav tm="0">
                                          <p:val>
                                            <p:strVal val="0-#ppt_w/2"/>
                                          </p:val>
                                        </p:tav>
                                        <p:tav tm="100000">
                                          <p:val>
                                            <p:strVal val="#ppt_x"/>
                                          </p:val>
                                        </p:tav>
                                      </p:tavLst>
                                    </p:anim>
                                    <p:anim calcmode="lin" valueType="num">
                                      <p:cBhvr additive="base">
                                        <p:cTn id="36"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box(in)">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20" presetClass="entr" presetSubtype="0"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edge">
                                      <p:cBhvr>
                                        <p:cTn id="46" dur="20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checkerboard(across)">
                                      <p:cBhvr>
                                        <p:cTn id="5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animBg="1"/>
      <p:bldP spid="6" grpId="0" animBg="1"/>
      <p:bldP spid="7" grpId="0" animBg="1"/>
      <p:bldP spid="8" grpId="0" animBg="1"/>
      <p:bldP spid="9" grpId="0" animBg="1"/>
      <p:bldP spid="10"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r>
              <a:rPr lang="en-US" altLang="zh-CN" dirty="0"/>
              <a:t>15.1.1 </a:t>
            </a:r>
            <a:r>
              <a:rPr lang="zh-CN" altLang="en-US" dirty="0"/>
              <a:t>事件类型</a:t>
            </a:r>
          </a:p>
        </p:txBody>
      </p:sp>
      <p:sp>
        <p:nvSpPr>
          <p:cNvPr id="6" name="Rectangle 10"/>
          <p:cNvSpPr>
            <a:spLocks noChangeArrowheads="1"/>
          </p:cNvSpPr>
          <p:nvPr/>
        </p:nvSpPr>
        <p:spPr bwMode="gray">
          <a:xfrm>
            <a:off x="2895600" y="819150"/>
            <a:ext cx="6172200" cy="3816429"/>
          </a:xfrm>
          <a:prstGeom prst="rect">
            <a:avLst/>
          </a:prstGeom>
          <a:solidFill>
            <a:schemeClr val="bg1"/>
          </a:solidFill>
          <a:ln w="38100" algn="ctr">
            <a:solidFill>
              <a:schemeClr val="bg1"/>
            </a:solidFill>
            <a:miter lim="800000"/>
          </a:ln>
          <a:effectLst/>
        </p:spPr>
        <p:txBody>
          <a:bodyPr wrap="square">
            <a:spAutoFit/>
          </a:bodyPr>
          <a:lstStyle/>
          <a:p>
            <a:pPr marL="0" lvl="2" algn="l">
              <a:lnSpc>
                <a:spcPct val="100000"/>
              </a:lnSpc>
              <a:spcBef>
                <a:spcPts val="0"/>
              </a:spcBef>
              <a:spcAft>
                <a:spcPts val="0"/>
              </a:spcAft>
            </a:pPr>
            <a:r>
              <a:rPr kumimoji="0" lang="zh-CN" altLang="en-US" dirty="0">
                <a:solidFill>
                  <a:srgbClr val="FF3300"/>
                </a:solidFill>
                <a:latin typeface="微软雅黑" panose="020B0503020204020204" pitchFamily="34" charset="-122"/>
                <a:ea typeface="微软雅黑" panose="020B0503020204020204" pitchFamily="34" charset="-122"/>
              </a:rPr>
              <a:t>鼠标单击</a:t>
            </a:r>
            <a:r>
              <a:rPr kumimoji="0" lang="zh-CN" altLang="en-US" b="0" dirty="0">
                <a:solidFill>
                  <a:srgbClr val="FF3300"/>
                </a:solidFill>
                <a:latin typeface="微软雅黑" panose="020B0503020204020204" pitchFamily="34" charset="-122"/>
                <a:ea typeface="微软雅黑" panose="020B0503020204020204" pitchFamily="34" charset="-122"/>
              </a:rPr>
              <a:t>：</a:t>
            </a:r>
            <a:r>
              <a:rPr kumimoji="0" lang="zh-CN" altLang="en-US" b="0" dirty="0">
                <a:solidFill>
                  <a:schemeClr val="tx2"/>
                </a:solidFill>
                <a:latin typeface="微软雅黑" panose="020B0503020204020204" pitchFamily="34" charset="-122"/>
                <a:ea typeface="微软雅黑" panose="020B0503020204020204" pitchFamily="34" charset="-122"/>
              </a:rPr>
              <a:t>例如单击</a:t>
            </a:r>
            <a:r>
              <a:rPr kumimoji="0" lang="en-US" altLang="zh-CN" b="0" dirty="0">
                <a:solidFill>
                  <a:schemeClr val="tx2"/>
                </a:solidFill>
                <a:latin typeface="微软雅黑" panose="020B0503020204020204" pitchFamily="34" charset="-122"/>
                <a:ea typeface="微软雅黑" panose="020B0503020204020204" pitchFamily="34" charset="-122"/>
              </a:rPr>
              <a:t>button</a:t>
            </a:r>
            <a:r>
              <a:rPr kumimoji="0" lang="zh-CN" altLang="en-US" b="0" dirty="0">
                <a:solidFill>
                  <a:schemeClr val="tx2"/>
                </a:solidFill>
                <a:latin typeface="微软雅黑" panose="020B0503020204020204" pitchFamily="34" charset="-122"/>
                <a:ea typeface="微软雅黑" panose="020B0503020204020204" pitchFamily="34" charset="-122"/>
              </a:rPr>
              <a:t>、选中</a:t>
            </a:r>
            <a:r>
              <a:rPr kumimoji="0" lang="en-US" altLang="zh-CN" b="0" dirty="0">
                <a:solidFill>
                  <a:schemeClr val="tx2"/>
                </a:solidFill>
                <a:latin typeface="微软雅黑" panose="020B0503020204020204" pitchFamily="34" charset="-122"/>
                <a:ea typeface="微软雅黑" panose="020B0503020204020204" pitchFamily="34" charset="-122"/>
              </a:rPr>
              <a:t>checkbox</a:t>
            </a:r>
            <a:r>
              <a:rPr kumimoji="0" lang="zh-CN" altLang="en-US" b="0" dirty="0">
                <a:solidFill>
                  <a:schemeClr val="tx2"/>
                </a:solidFill>
                <a:latin typeface="微软雅黑" panose="020B0503020204020204" pitchFamily="34" charset="-122"/>
                <a:ea typeface="微软雅黑" panose="020B0503020204020204" pitchFamily="34" charset="-122"/>
              </a:rPr>
              <a:t>和</a:t>
            </a:r>
            <a:r>
              <a:rPr kumimoji="0" lang="en-US" altLang="zh-CN" b="0" dirty="0">
                <a:solidFill>
                  <a:schemeClr val="tx2"/>
                </a:solidFill>
                <a:latin typeface="微软雅黑" panose="020B0503020204020204" pitchFamily="34" charset="-122"/>
                <a:ea typeface="微软雅黑" panose="020B0503020204020204" pitchFamily="34" charset="-122"/>
              </a:rPr>
              <a:t>radio</a:t>
            </a:r>
            <a:r>
              <a:rPr kumimoji="0" lang="zh-CN" altLang="en-US" b="0" dirty="0">
                <a:solidFill>
                  <a:schemeClr val="tx2"/>
                </a:solidFill>
                <a:latin typeface="微软雅黑" panose="020B0503020204020204" pitchFamily="34" charset="-122"/>
                <a:ea typeface="微软雅黑" panose="020B0503020204020204" pitchFamily="34" charset="-122"/>
              </a:rPr>
              <a:t>等元素；鼠标进入、悬浮或退出页面的某个热点：例如鼠标停在一个图片上方或者进入</a:t>
            </a:r>
            <a:r>
              <a:rPr kumimoji="0" lang="en-US" altLang="zh-CN" b="0" dirty="0">
                <a:solidFill>
                  <a:schemeClr val="tx2"/>
                </a:solidFill>
                <a:latin typeface="微软雅黑" panose="020B0503020204020204" pitchFamily="34" charset="-122"/>
                <a:ea typeface="微软雅黑" panose="020B0503020204020204" pitchFamily="34" charset="-122"/>
              </a:rPr>
              <a:t>table</a:t>
            </a:r>
            <a:r>
              <a:rPr kumimoji="0" lang="zh-CN" altLang="en-US" b="0" dirty="0">
                <a:solidFill>
                  <a:schemeClr val="tx2"/>
                </a:solidFill>
                <a:latin typeface="微软雅黑" panose="020B0503020204020204" pitchFamily="34" charset="-122"/>
                <a:ea typeface="微软雅黑" panose="020B0503020204020204" pitchFamily="34" charset="-122"/>
              </a:rPr>
              <a:t>的范围；</a:t>
            </a:r>
          </a:p>
          <a:p>
            <a:pPr marL="0" lvl="2" algn="l">
              <a:lnSpc>
                <a:spcPct val="100000"/>
              </a:lnSpc>
              <a:spcBef>
                <a:spcPts val="0"/>
              </a:spcBef>
              <a:spcAft>
                <a:spcPts val="0"/>
              </a:spcAft>
            </a:pPr>
            <a:r>
              <a:rPr kumimoji="0" lang="zh-CN" altLang="en-US" dirty="0">
                <a:solidFill>
                  <a:srgbClr val="FF3300"/>
                </a:solidFill>
                <a:latin typeface="微软雅黑" panose="020B0503020204020204" pitchFamily="34" charset="-122"/>
                <a:ea typeface="微软雅黑" panose="020B0503020204020204" pitchFamily="34" charset="-122"/>
              </a:rPr>
              <a:t>键盘按键：</a:t>
            </a:r>
            <a:r>
              <a:rPr kumimoji="0" lang="zh-CN" altLang="en-US" b="0" dirty="0">
                <a:solidFill>
                  <a:schemeClr val="tx2"/>
                </a:solidFill>
                <a:latin typeface="微软雅黑" panose="020B0503020204020204" pitchFamily="34" charset="-122"/>
                <a:ea typeface="微软雅黑" panose="020B0503020204020204" pitchFamily="34" charset="-122"/>
              </a:rPr>
              <a:t>当按下按键或释放按键时；</a:t>
            </a:r>
          </a:p>
          <a:p>
            <a:pPr marL="0" lvl="2" algn="l">
              <a:lnSpc>
                <a:spcPct val="100000"/>
              </a:lnSpc>
              <a:spcBef>
                <a:spcPts val="0"/>
              </a:spcBef>
              <a:spcAft>
                <a:spcPts val="0"/>
              </a:spcAft>
            </a:pPr>
            <a:r>
              <a:rPr kumimoji="0" lang="en-US" altLang="zh-CN" dirty="0">
                <a:solidFill>
                  <a:srgbClr val="FF3300"/>
                </a:solidFill>
                <a:latin typeface="微软雅黑" panose="020B0503020204020204" pitchFamily="34" charset="-122"/>
                <a:ea typeface="微软雅黑" panose="020B0503020204020204" pitchFamily="34" charset="-122"/>
              </a:rPr>
              <a:t>HTML</a:t>
            </a:r>
            <a:r>
              <a:rPr kumimoji="0" lang="zh-CN" altLang="en-US" dirty="0">
                <a:solidFill>
                  <a:srgbClr val="FF3300"/>
                </a:solidFill>
                <a:latin typeface="微软雅黑" panose="020B0503020204020204" pitchFamily="34" charset="-122"/>
                <a:ea typeface="微软雅黑" panose="020B0503020204020204" pitchFamily="34" charset="-122"/>
              </a:rPr>
              <a:t>事件：</a:t>
            </a:r>
            <a:r>
              <a:rPr kumimoji="0" lang="zh-CN" altLang="en-US" b="0" dirty="0">
                <a:solidFill>
                  <a:schemeClr val="tx2"/>
                </a:solidFill>
                <a:latin typeface="微软雅黑" panose="020B0503020204020204" pitchFamily="34" charset="-122"/>
                <a:ea typeface="微软雅黑" panose="020B0503020204020204" pitchFamily="34" charset="-122"/>
              </a:rPr>
              <a:t>例如页面</a:t>
            </a:r>
            <a:r>
              <a:rPr kumimoji="0" lang="en-US" altLang="zh-CN" b="0" dirty="0">
                <a:solidFill>
                  <a:schemeClr val="tx2"/>
                </a:solidFill>
                <a:latin typeface="微软雅黑" panose="020B0503020204020204" pitchFamily="34" charset="-122"/>
                <a:ea typeface="微软雅黑" panose="020B0503020204020204" pitchFamily="34" charset="-122"/>
              </a:rPr>
              <a:t>body</a:t>
            </a:r>
            <a:r>
              <a:rPr kumimoji="0" lang="zh-CN" altLang="en-US" b="0" dirty="0">
                <a:solidFill>
                  <a:schemeClr val="tx2"/>
                </a:solidFill>
                <a:latin typeface="微软雅黑" panose="020B0503020204020204" pitchFamily="34" charset="-122"/>
                <a:ea typeface="微软雅黑" panose="020B0503020204020204" pitchFamily="34" charset="-122"/>
              </a:rPr>
              <a:t>被加载时；在表单中选取输入框或改变输入框中文本的内容：例如选中或修改了文本框中的内容；</a:t>
            </a:r>
          </a:p>
          <a:p>
            <a:pPr marL="0" lvl="2" algn="l">
              <a:lnSpc>
                <a:spcPct val="100000"/>
              </a:lnSpc>
              <a:spcBef>
                <a:spcPts val="0"/>
              </a:spcBef>
              <a:spcAft>
                <a:spcPts val="0"/>
              </a:spcAft>
            </a:pPr>
            <a:r>
              <a:rPr kumimoji="0" lang="zh-CN" altLang="en-US" dirty="0">
                <a:solidFill>
                  <a:srgbClr val="FF3300"/>
                </a:solidFill>
                <a:latin typeface="微软雅黑" panose="020B0503020204020204" pitchFamily="34" charset="-122"/>
                <a:ea typeface="微软雅黑" panose="020B0503020204020204" pitchFamily="34" charset="-122"/>
              </a:rPr>
              <a:t>突变事件：</a:t>
            </a:r>
            <a:r>
              <a:rPr kumimoji="0" lang="zh-CN" altLang="en-US" b="0" dirty="0">
                <a:solidFill>
                  <a:schemeClr val="tx2"/>
                </a:solidFill>
                <a:latin typeface="微软雅黑" panose="020B0503020204020204" pitchFamily="34" charset="-122"/>
                <a:ea typeface="微软雅黑" panose="020B0503020204020204" pitchFamily="34" charset="-122"/>
              </a:rPr>
              <a:t>主要指文档底层元素发生改变时触发的事件，如</a:t>
            </a:r>
            <a:r>
              <a:rPr kumimoji="0" lang="en-US" altLang="zh-CN" b="0" dirty="0" err="1">
                <a:solidFill>
                  <a:schemeClr val="tx2"/>
                </a:solidFill>
                <a:latin typeface="微软雅黑" panose="020B0503020204020204" pitchFamily="34" charset="-122"/>
                <a:ea typeface="微软雅黑" panose="020B0503020204020204" pitchFamily="34" charset="-122"/>
              </a:rPr>
              <a:t>DomSubtreeModified</a:t>
            </a:r>
            <a:r>
              <a:rPr kumimoji="0" lang="en-US" altLang="zh-CN" b="0" dirty="0">
                <a:solidFill>
                  <a:schemeClr val="tx2"/>
                </a:solidFill>
                <a:latin typeface="微软雅黑" panose="020B0503020204020204" pitchFamily="34" charset="-122"/>
                <a:ea typeface="微软雅黑" panose="020B0503020204020204" pitchFamily="34" charset="-122"/>
              </a:rPr>
              <a:t>(DOM</a:t>
            </a:r>
            <a:r>
              <a:rPr kumimoji="0" lang="zh-CN" altLang="en-US" b="0" dirty="0">
                <a:solidFill>
                  <a:schemeClr val="tx2"/>
                </a:solidFill>
                <a:latin typeface="微软雅黑" panose="020B0503020204020204" pitchFamily="34" charset="-122"/>
                <a:ea typeface="微软雅黑" panose="020B0503020204020204" pitchFamily="34" charset="-122"/>
              </a:rPr>
              <a:t>子树修改</a:t>
            </a:r>
            <a:r>
              <a:rPr kumimoji="0" lang="en-US" altLang="zh-CN" b="0" dirty="0">
                <a:solidFill>
                  <a:schemeClr val="tx2"/>
                </a:solidFill>
                <a:latin typeface="微软雅黑" panose="020B0503020204020204" pitchFamily="34" charset="-122"/>
                <a:ea typeface="微软雅黑" panose="020B0503020204020204" pitchFamily="34" charset="-122"/>
              </a:rPr>
              <a:t>)</a:t>
            </a:r>
            <a:r>
              <a:rPr kumimoji="0" lang="zh-CN" altLang="en-US" b="0" dirty="0">
                <a:solidFill>
                  <a:schemeClr val="tx2"/>
                </a:solidFill>
                <a:latin typeface="微软雅黑" panose="020B0503020204020204" pitchFamily="34" charset="-122"/>
                <a:ea typeface="微软雅黑" panose="020B0503020204020204" pitchFamily="34" charset="-122"/>
              </a:rPr>
              <a:t>。</a:t>
            </a:r>
          </a:p>
        </p:txBody>
      </p:sp>
      <p:sp>
        <p:nvSpPr>
          <p:cNvPr id="7" name="Rectangle 11"/>
          <p:cNvSpPr>
            <a:spLocks noChangeArrowheads="1"/>
          </p:cNvSpPr>
          <p:nvPr/>
        </p:nvSpPr>
        <p:spPr bwMode="gray">
          <a:xfrm>
            <a:off x="673100" y="1675680"/>
            <a:ext cx="2070100" cy="1886670"/>
          </a:xfrm>
          <a:prstGeom prst="rect">
            <a:avLst/>
          </a:prstGeom>
          <a:solidFill>
            <a:schemeClr val="bg1"/>
          </a:solidFill>
          <a:ln w="3175" algn="ctr">
            <a:solidFill>
              <a:schemeClr val="bg1"/>
            </a:solidFill>
            <a:miter lim="800000"/>
          </a:ln>
          <a:effectLst/>
        </p:spPr>
        <p:txBody>
          <a:bodyPr wrap="square" anchor="ctr">
            <a:spAutoFit/>
          </a:bodyPr>
          <a:lstStyle/>
          <a:p>
            <a:pPr algn="l"/>
            <a:r>
              <a:rPr lang="zh-CN" altLang="en-US" dirty="0">
                <a:latin typeface="微软雅黑" panose="020B0503020204020204" pitchFamily="34" charset="-122"/>
                <a:ea typeface="微软雅黑" panose="020B0503020204020204" pitchFamily="34" charset="-122"/>
              </a:rPr>
              <a:t>事件类型：</a:t>
            </a:r>
          </a:p>
          <a:p>
            <a:pPr marL="265430" algn="l"/>
            <a:r>
              <a:rPr lang="en-US" altLang="zh-CN" b="0" dirty="0">
                <a:latin typeface="微软雅黑" panose="020B0503020204020204" pitchFamily="34" charset="-122"/>
                <a:ea typeface="微软雅黑" panose="020B0503020204020204" pitchFamily="34" charset="-122"/>
              </a:rPr>
              <a:t>1.</a:t>
            </a:r>
            <a:r>
              <a:rPr lang="zh-CN" altLang="en-US" b="0" dirty="0">
                <a:latin typeface="微软雅黑" panose="020B0503020204020204" pitchFamily="34" charset="-122"/>
                <a:ea typeface="微软雅黑" panose="020B0503020204020204" pitchFamily="34" charset="-122"/>
              </a:rPr>
              <a:t>鼠标事件</a:t>
            </a:r>
          </a:p>
          <a:p>
            <a:pPr marL="265430" algn="l"/>
            <a:r>
              <a:rPr lang="en-US" altLang="zh-CN"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键盘事件</a:t>
            </a:r>
          </a:p>
          <a:p>
            <a:pPr marL="265430" algn="l"/>
            <a:r>
              <a:rPr lang="en-US" altLang="zh-CN" b="0" dirty="0">
                <a:latin typeface="微软雅黑" panose="020B0503020204020204" pitchFamily="34" charset="-122"/>
                <a:ea typeface="微软雅黑" panose="020B0503020204020204" pitchFamily="34" charset="-122"/>
              </a:rPr>
              <a:t>3.HTML</a:t>
            </a:r>
            <a:r>
              <a:rPr lang="zh-CN" altLang="en-US" b="0" dirty="0">
                <a:latin typeface="微软雅黑" panose="020B0503020204020204" pitchFamily="34" charset="-122"/>
                <a:ea typeface="微软雅黑" panose="020B0503020204020204" pitchFamily="34" charset="-122"/>
              </a:rPr>
              <a:t>事件</a:t>
            </a:r>
          </a:p>
          <a:p>
            <a:pPr marL="265430" algn="l"/>
            <a:r>
              <a:rPr lang="en-US" altLang="zh-CN" b="0" dirty="0">
                <a:latin typeface="微软雅黑" panose="020B0503020204020204" pitchFamily="34" charset="-122"/>
                <a:ea typeface="微软雅黑" panose="020B0503020204020204" pitchFamily="34" charset="-122"/>
              </a:rPr>
              <a:t>4.</a:t>
            </a:r>
            <a:r>
              <a:rPr lang="zh-CN" altLang="en-US" b="0" dirty="0">
                <a:latin typeface="微软雅黑" panose="020B0503020204020204" pitchFamily="34" charset="-122"/>
                <a:ea typeface="微软雅黑" panose="020B0503020204020204" pitchFamily="34" charset="-122"/>
              </a:rPr>
              <a:t>突变事件</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r>
              <a:rPr lang="en-US" altLang="zh-CN" dirty="0"/>
              <a:t>15.1.2 </a:t>
            </a:r>
            <a:r>
              <a:rPr lang="zh-CN" altLang="en-US" dirty="0"/>
              <a:t>事件句柄</a:t>
            </a:r>
          </a:p>
        </p:txBody>
      </p:sp>
      <p:sp>
        <p:nvSpPr>
          <p:cNvPr id="4" name="Rectangle 3"/>
          <p:cNvSpPr txBox="1">
            <a:spLocks noChangeArrowheads="1"/>
          </p:cNvSpPr>
          <p:nvPr/>
        </p:nvSpPr>
        <p:spPr bwMode="auto">
          <a:xfrm>
            <a:off x="533400" y="819150"/>
            <a:ext cx="8534400" cy="2743200"/>
          </a:xfrm>
          <a:prstGeom prst="rect">
            <a:avLst/>
          </a:prstGeom>
          <a:noFill/>
          <a:ln w="12700">
            <a:noFill/>
            <a:miter lim="800000"/>
          </a:ln>
          <a:effectLst/>
        </p:spPr>
        <p:txBody>
          <a:bodyPr vert="horz" wrap="square" lIns="91440" tIns="45720" rIns="91440" bIns="45720" numCol="1" anchor="t" anchorCtr="0" compatLnSpc="1"/>
          <a:lstStyle/>
          <a:p>
            <a:pPr marL="0" marR="0" lvl="0" indent="0" algn="l" defTabSz="1158875" rtl="0" eaLnBrk="0" fontAlgn="base" latinLnBrk="0" hangingPunct="0">
              <a:lnSpc>
                <a:spcPct val="100000"/>
              </a:lnSpc>
              <a:spcBef>
                <a:spcPts val="600"/>
              </a:spcBef>
              <a:spcAft>
                <a:spcPts val="0"/>
              </a:spcAft>
              <a:buClr>
                <a:srgbClr val="0000CC"/>
              </a:buClr>
              <a:buSzPct val="100000"/>
              <a:buFont typeface="Wingdings" panose="05000000000000000000" pitchFamily="2" charset="2"/>
              <a:buNone/>
              <a:defRPr/>
            </a:pPr>
            <a:r>
              <a:rPr kumimoji="0" lang="zh-CN" altLang="en-US"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事件句柄 （</a:t>
            </a:r>
            <a:r>
              <a:rPr kumimoji="0" lang="en-US" altLang="zh-CN"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event handler</a:t>
            </a:r>
            <a:r>
              <a:rPr kumimoji="0" lang="zh-CN" altLang="en-US"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 </a:t>
            </a:r>
          </a:p>
          <a:p>
            <a:pPr marL="0" marR="0" lvl="0" indent="0" algn="l" defTabSz="1158875" rtl="0" eaLnBrk="0" fontAlgn="base" latinLnBrk="0" hangingPunct="0">
              <a:lnSpc>
                <a:spcPct val="100000"/>
              </a:lnSpc>
              <a:spcBef>
                <a:spcPts val="600"/>
              </a:spcBef>
              <a:spcAft>
                <a:spcPts val="0"/>
              </a:spcAft>
              <a:buClr>
                <a:srgbClr val="0000CC"/>
              </a:buClr>
              <a:buSzPct val="100000"/>
              <a:buFont typeface="Wingdings" panose="05000000000000000000" pitchFamily="2" charset="2"/>
              <a:buNone/>
              <a:defRPr/>
            </a:pPr>
            <a:r>
              <a:rPr kumimoji="0" lang="zh-CN" altLang="en-US"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       事件句柄</a:t>
            </a:r>
            <a:r>
              <a:rPr kumimoji="0" lang="zh-CN" altLang="en-US"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是</a:t>
            </a:r>
            <a:r>
              <a:rPr kumimoji="0" lang="zh-CN" altLang="en-US" b="1" i="0" u="sng"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事件发生要进行的操作</a:t>
            </a:r>
            <a:r>
              <a:rPr kumimoji="0" lang="zh-CN" altLang="en-US"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a:t>
            </a:r>
            <a:r>
              <a:rPr kumimoji="0" lang="en-US" altLang="zh-CN" b="1"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rPr>
              <a:t>onload</a:t>
            </a:r>
            <a:r>
              <a:rPr kumimoji="0" lang="zh-CN" altLang="en-US"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属性就是我们所说的</a:t>
            </a:r>
            <a:r>
              <a:rPr kumimoji="0" lang="zh-CN" altLang="en-US"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事件句柄</a:t>
            </a:r>
            <a:r>
              <a:rPr kumimoji="0" lang="en-US" altLang="zh-CN"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a:t>
            </a:r>
            <a:r>
              <a:rPr kumimoji="0" lang="zh-CN" altLang="en-US"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也称为</a:t>
            </a:r>
            <a:r>
              <a:rPr kumimoji="0" lang="zh-CN" altLang="en-US" b="1" i="0" u="none" strike="noStrike" kern="0" cap="none" spc="0" normalizeH="0" baseline="0" noProof="0" dirty="0">
                <a:ln>
                  <a:noFill/>
                </a:ln>
                <a:solidFill>
                  <a:srgbClr val="FF3300"/>
                </a:solidFill>
                <a:effectLst/>
                <a:uLnTx/>
                <a:uFillTx/>
                <a:latin typeface="微软雅黑" panose="020B0503020204020204" pitchFamily="34" charset="-122"/>
                <a:ea typeface="微软雅黑" panose="020B0503020204020204" pitchFamily="34" charset="-122"/>
              </a:rPr>
              <a:t>事件属性</a:t>
            </a:r>
            <a:r>
              <a:rPr kumimoji="0" lang="zh-CN" altLang="en-US"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a:t>
            </a:r>
            <a:endParaRPr kumimoji="0" lang="en-US" altLang="zh-CN"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0" marR="0" lvl="0" indent="0" algn="l" defTabSz="1158875" rtl="0" eaLnBrk="0" fontAlgn="base" latinLnBrk="0" hangingPunct="0">
              <a:lnSpc>
                <a:spcPct val="100000"/>
              </a:lnSpc>
              <a:spcBef>
                <a:spcPts val="600"/>
              </a:spcBef>
              <a:spcAft>
                <a:spcPts val="0"/>
              </a:spcAft>
              <a:buClr>
                <a:srgbClr val="0000CC"/>
              </a:buClr>
              <a:buSzPct val="100000"/>
              <a:buFont typeface="Wingdings" panose="05000000000000000000" pitchFamily="2" charset="2"/>
              <a:buNone/>
              <a:defRPr/>
            </a:pPr>
            <a:r>
              <a:rPr kumimoji="0" lang="zh-CN" altLang="en-US"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基本语法</a:t>
            </a:r>
            <a:r>
              <a:rPr kumimoji="0" lang="zh-CN" altLang="en-US" b="1" i="0" u="none" strike="noStrike" kern="0" cap="none" spc="0" normalizeH="0" noProof="0" dirty="0">
                <a:ln>
                  <a:noFill/>
                </a:ln>
                <a:solidFill>
                  <a:schemeClr val="tx1"/>
                </a:solidFill>
                <a:effectLst/>
                <a:uLnTx/>
                <a:uFillTx/>
                <a:latin typeface="微软雅黑" panose="020B0503020204020204" pitchFamily="34" charset="-122"/>
                <a:ea typeface="微软雅黑" panose="020B0503020204020204" pitchFamily="34" charset="-122"/>
              </a:rPr>
              <a:t> ：</a:t>
            </a:r>
            <a:endParaRPr kumimoji="0" lang="en-US" altLang="zh-CN" b="1" i="0" u="none" strike="noStrike" kern="0" cap="none" spc="0" normalizeH="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0" marR="0" lvl="0" indent="0" algn="l" defTabSz="1158875" rtl="0" eaLnBrk="0" fontAlgn="base" latinLnBrk="0" hangingPunct="0">
              <a:lnSpc>
                <a:spcPct val="100000"/>
              </a:lnSpc>
              <a:spcBef>
                <a:spcPts val="600"/>
              </a:spcBef>
              <a:spcAft>
                <a:spcPts val="0"/>
              </a:spcAft>
              <a:buClr>
                <a:srgbClr val="0000CC"/>
              </a:buClr>
              <a:buSzPct val="100000"/>
              <a:buFont typeface="Wingdings" panose="05000000000000000000" pitchFamily="2" charset="2"/>
              <a:buNone/>
              <a:defRPr/>
            </a:pPr>
            <a:r>
              <a:rPr kumimoji="0" lang="en-US" altLang="zh-CN"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      &lt;</a:t>
            </a:r>
            <a:r>
              <a:rPr kumimoji="0" lang="zh-CN" altLang="en-US"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标记 事件句柄</a:t>
            </a:r>
            <a:r>
              <a:rPr kumimoji="0" lang="en-US" altLang="zh-CN"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a:t>
            </a:r>
            <a:r>
              <a:rPr kumimoji="0" lang="zh-CN" altLang="en-US"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a:t>
            </a:r>
            <a:r>
              <a:rPr kumimoji="0" lang="en-US" altLang="zh-CN"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JavaScript</a:t>
            </a:r>
            <a:r>
              <a:rPr kumimoji="0" lang="zh-CN" altLang="en-US"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代码”</a:t>
            </a:r>
            <a:r>
              <a:rPr kumimoji="0" lang="en-US" altLang="zh-CN"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…&gt;&lt;</a:t>
            </a:r>
            <a:r>
              <a:rPr lang="en-US" altLang="zh-CN" sz="1800" kern="0" dirty="0">
                <a:solidFill>
                  <a:srgbClr val="FF0000"/>
                </a:solidFill>
                <a:latin typeface="微软雅黑" panose="020B0503020204020204" pitchFamily="34" charset="-122"/>
                <a:ea typeface="微软雅黑" panose="020B0503020204020204" pitchFamily="34" charset="-122"/>
              </a:rPr>
              <a:t>/</a:t>
            </a:r>
            <a:r>
              <a:rPr lang="zh-CN" altLang="en-US" sz="1800" kern="0" dirty="0">
                <a:solidFill>
                  <a:srgbClr val="FF0000"/>
                </a:solidFill>
                <a:latin typeface="微软雅黑" panose="020B0503020204020204" pitchFamily="34" charset="-122"/>
                <a:ea typeface="微软雅黑" panose="020B0503020204020204" pitchFamily="34" charset="-122"/>
              </a:rPr>
              <a:t>标记</a:t>
            </a:r>
            <a:r>
              <a:rPr kumimoji="0" lang="en-US" altLang="zh-CN"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&gt;</a:t>
            </a:r>
            <a:endParaRPr kumimoji="0" lang="zh-CN" altLang="en-US"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endParaRPr>
          </a:p>
          <a:p>
            <a:pPr marL="0" marR="0" lvl="0" indent="0" algn="l" defTabSz="1158875" rtl="0" eaLnBrk="0" fontAlgn="base" latinLnBrk="0" hangingPunct="0">
              <a:lnSpc>
                <a:spcPct val="100000"/>
              </a:lnSpc>
              <a:spcBef>
                <a:spcPts val="600"/>
              </a:spcBef>
              <a:spcAft>
                <a:spcPts val="0"/>
              </a:spcAft>
              <a:buClr>
                <a:srgbClr val="0000CC"/>
              </a:buClr>
              <a:buSzPct val="100000"/>
              <a:buFont typeface="Wingdings" panose="05000000000000000000" pitchFamily="2" charset="2"/>
              <a:buNone/>
              <a:defRPr/>
            </a:pPr>
            <a:r>
              <a:rPr kumimoji="0" lang="en-US" altLang="zh-CN"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  </a:t>
            </a:r>
            <a:r>
              <a:rPr kumimoji="0" lang="zh-CN" altLang="en-US"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如：</a:t>
            </a:r>
            <a:r>
              <a:rPr kumimoji="0" lang="en-US" altLang="zh-CN"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 </a:t>
            </a:r>
            <a:r>
              <a:rPr kumimoji="0" lang="en-US" altLang="zh-CN"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&lt;body </a:t>
            </a:r>
            <a:r>
              <a:rPr kumimoji="0" lang="en-US" altLang="zh-CN" sz="1800" b="1" i="0" u="none" strike="noStrike" kern="0" cap="none" spc="0" normalizeH="0" baseline="0" noProof="0" dirty="0" err="1">
                <a:ln>
                  <a:noFill/>
                </a:ln>
                <a:solidFill>
                  <a:srgbClr val="FF0000"/>
                </a:solidFill>
                <a:effectLst/>
                <a:uLnTx/>
                <a:uFillTx/>
                <a:latin typeface="微软雅黑" panose="020B0503020204020204" pitchFamily="34" charset="-122"/>
                <a:ea typeface="微软雅黑" panose="020B0503020204020204" pitchFamily="34" charset="-122"/>
              </a:rPr>
              <a:t>onload</a:t>
            </a:r>
            <a:r>
              <a:rPr kumimoji="0" lang="en-US" altLang="zh-CN"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=“show()”&gt;…    &lt;/body&gt;</a:t>
            </a:r>
            <a:endParaRPr kumimoji="0" lang="zh-CN" altLang="en-US"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endParaRPr>
          </a:p>
          <a:p>
            <a:pPr marL="0" marR="0" lvl="0" indent="0" algn="l" defTabSz="1158875" rtl="0" eaLnBrk="0" fontAlgn="base" latinLnBrk="0" hangingPunct="0">
              <a:lnSpc>
                <a:spcPct val="100000"/>
              </a:lnSpc>
              <a:spcBef>
                <a:spcPts val="600"/>
              </a:spcBef>
              <a:spcAft>
                <a:spcPts val="0"/>
              </a:spcAft>
              <a:buClr>
                <a:srgbClr val="0000CC"/>
              </a:buClr>
              <a:buSzPct val="100000"/>
              <a:buFont typeface="Wingdings" panose="05000000000000000000" pitchFamily="2" charset="2"/>
              <a:buNone/>
              <a:defRPr/>
            </a:pPr>
            <a:r>
              <a:rPr kumimoji="0" lang="zh-CN" altLang="en-US"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格式：    </a:t>
            </a:r>
            <a:r>
              <a:rPr kumimoji="0" lang="en-US" altLang="zh-CN" b="1"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rPr>
              <a:t>onload</a:t>
            </a:r>
            <a:r>
              <a:rPr kumimoji="0" lang="en-US" altLang="zh-CN"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  =“show();”    /*load  </a:t>
            </a:r>
            <a:r>
              <a:rPr kumimoji="0" lang="zh-CN" altLang="en-US"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a:t>
            </a:r>
            <a:r>
              <a:rPr kumimoji="0" lang="en-US" altLang="zh-CN"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a:t>
            </a:r>
            <a:endParaRPr kumimoji="0" lang="zh-CN" altLang="en-US"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grpSp>
        <p:nvGrpSpPr>
          <p:cNvPr id="5" name="Group 13"/>
          <p:cNvGrpSpPr/>
          <p:nvPr/>
        </p:nvGrpSpPr>
        <p:grpSpPr bwMode="auto">
          <a:xfrm>
            <a:off x="3048000" y="3562348"/>
            <a:ext cx="2012950" cy="914399"/>
            <a:chOff x="2152" y="2736"/>
            <a:chExt cx="1268" cy="768"/>
          </a:xfrm>
          <a:solidFill>
            <a:schemeClr val="bg1"/>
          </a:solidFill>
        </p:grpSpPr>
        <p:sp>
          <p:nvSpPr>
            <p:cNvPr id="6" name="Rectangle 5"/>
            <p:cNvSpPr>
              <a:spLocks noChangeArrowheads="1"/>
            </p:cNvSpPr>
            <p:nvPr/>
          </p:nvSpPr>
          <p:spPr bwMode="gray">
            <a:xfrm>
              <a:off x="2152" y="3171"/>
              <a:ext cx="1268" cy="333"/>
            </a:xfrm>
            <a:prstGeom prst="rect">
              <a:avLst/>
            </a:prstGeom>
            <a:grpFill/>
            <a:ln w="38100" algn="ctr">
              <a:solidFill>
                <a:srgbClr val="0000FA"/>
              </a:solidFill>
              <a:miter lim="800000"/>
            </a:ln>
            <a:effectLst>
              <a:outerShdw dist="107763" dir="2700000" algn="ctr" rotWithShape="0">
                <a:srgbClr val="808080">
                  <a:alpha val="50000"/>
                </a:srgbClr>
              </a:outerShdw>
            </a:effectLst>
          </p:spPr>
          <p:txBody>
            <a:bodyPr anchor="ctr">
              <a:spAutoFit/>
            </a:bodyPr>
            <a:lstStyle/>
            <a:p>
              <a:pPr algn="ctr"/>
              <a:r>
                <a:rPr lang="zh-CN" altLang="en-US" dirty="0">
                  <a:solidFill>
                    <a:schemeClr val="tx2"/>
                  </a:solidFill>
                </a:rPr>
                <a:t>事件处理函数</a:t>
              </a:r>
            </a:p>
          </p:txBody>
        </p:sp>
        <p:sp>
          <p:nvSpPr>
            <p:cNvPr id="7" name="AutoShape 8"/>
            <p:cNvSpPr>
              <a:spLocks noChangeArrowheads="1"/>
            </p:cNvSpPr>
            <p:nvPr/>
          </p:nvSpPr>
          <p:spPr bwMode="gray">
            <a:xfrm>
              <a:off x="2632" y="2736"/>
              <a:ext cx="181" cy="385"/>
            </a:xfrm>
            <a:prstGeom prst="upArrow">
              <a:avLst>
                <a:gd name="adj1" fmla="val 50000"/>
                <a:gd name="adj2" fmla="val 43785"/>
              </a:avLst>
            </a:prstGeom>
            <a:grpFill/>
            <a:ln w="38100" algn="ctr">
              <a:solidFill>
                <a:srgbClr val="FF3300"/>
              </a:solidFill>
              <a:miter lim="800000"/>
            </a:ln>
            <a:effectLst>
              <a:outerShdw dist="107763" dir="2700000" algn="ctr" rotWithShape="0">
                <a:srgbClr val="808080">
                  <a:alpha val="50000"/>
                </a:srgbClr>
              </a:outerShdw>
            </a:effectLst>
          </p:spPr>
          <p:txBody>
            <a:bodyPr anchor="ctr">
              <a:spAutoFit/>
            </a:bodyPr>
            <a:lstStyle/>
            <a:p>
              <a:pPr algn="ctr"/>
              <a:endParaRPr lang="zh-CN" altLang="en-US"/>
            </a:p>
          </p:txBody>
        </p:sp>
      </p:grpSp>
      <p:grpSp>
        <p:nvGrpSpPr>
          <p:cNvPr id="8" name="Group 12"/>
          <p:cNvGrpSpPr/>
          <p:nvPr/>
        </p:nvGrpSpPr>
        <p:grpSpPr bwMode="auto">
          <a:xfrm>
            <a:off x="1524000" y="3584972"/>
            <a:ext cx="1319213" cy="891778"/>
            <a:chOff x="976" y="2337"/>
            <a:chExt cx="831" cy="749"/>
          </a:xfrm>
        </p:grpSpPr>
        <p:sp>
          <p:nvSpPr>
            <p:cNvPr id="9" name="Rectangle 10"/>
            <p:cNvSpPr>
              <a:spLocks noChangeArrowheads="1"/>
            </p:cNvSpPr>
            <p:nvPr/>
          </p:nvSpPr>
          <p:spPr bwMode="gray">
            <a:xfrm>
              <a:off x="976" y="2753"/>
              <a:ext cx="831" cy="333"/>
            </a:xfrm>
            <a:prstGeom prst="rect">
              <a:avLst/>
            </a:prstGeom>
            <a:solidFill>
              <a:schemeClr val="bg1"/>
            </a:solidFill>
            <a:ln w="38100" algn="ctr">
              <a:solidFill>
                <a:schemeClr val="tx1"/>
              </a:solidFill>
              <a:miter lim="800000"/>
            </a:ln>
            <a:effectLst>
              <a:outerShdw dist="107763" dir="2700000" algn="ctr" rotWithShape="0">
                <a:srgbClr val="808080">
                  <a:alpha val="50000"/>
                </a:srgbClr>
              </a:outerShdw>
            </a:effectLst>
          </p:spPr>
          <p:txBody>
            <a:bodyPr wrap="none" anchor="ctr">
              <a:spAutoFit/>
            </a:bodyPr>
            <a:lstStyle/>
            <a:p>
              <a:pPr algn="ctr"/>
              <a:r>
                <a:rPr lang="zh-CN" altLang="en-US" dirty="0">
                  <a:solidFill>
                    <a:schemeClr val="tx2"/>
                  </a:solidFill>
                </a:rPr>
                <a:t>事件句柄</a:t>
              </a:r>
            </a:p>
          </p:txBody>
        </p:sp>
        <p:sp>
          <p:nvSpPr>
            <p:cNvPr id="10" name="AutoShape 11"/>
            <p:cNvSpPr>
              <a:spLocks noChangeArrowheads="1"/>
            </p:cNvSpPr>
            <p:nvPr/>
          </p:nvSpPr>
          <p:spPr bwMode="gray">
            <a:xfrm>
              <a:off x="1312" y="2337"/>
              <a:ext cx="231" cy="398"/>
            </a:xfrm>
            <a:prstGeom prst="upArrow">
              <a:avLst>
                <a:gd name="adj1" fmla="val 50000"/>
                <a:gd name="adj2" fmla="val 43785"/>
              </a:avLst>
            </a:prstGeom>
            <a:solidFill>
              <a:schemeClr val="accent1"/>
            </a:solidFill>
            <a:ln w="38100" algn="ctr">
              <a:solidFill>
                <a:srgbClr val="0000FA"/>
              </a:solidFill>
              <a:miter lim="800000"/>
            </a:ln>
            <a:effectLst>
              <a:outerShdw dist="107763" dir="2700000" algn="ctr" rotWithShape="0">
                <a:srgbClr val="808080">
                  <a:alpha val="50000"/>
                </a:srgbClr>
              </a:outerShdw>
            </a:effectLst>
          </p:spPr>
          <p:txBody>
            <a:bodyPr wrap="none" anchor="ctr">
              <a:spAutoFit/>
            </a:bodyPr>
            <a:lstStyle/>
            <a:p>
              <a:pPr algn="ctr"/>
              <a:endParaRPr lang="zh-CN" altLang="en-US"/>
            </a:p>
          </p:txBody>
        </p:sp>
      </p:grpSp>
      <p:grpSp>
        <p:nvGrpSpPr>
          <p:cNvPr id="11" name="Group 15"/>
          <p:cNvGrpSpPr/>
          <p:nvPr/>
        </p:nvGrpSpPr>
        <p:grpSpPr bwMode="auto">
          <a:xfrm>
            <a:off x="5181600" y="3552824"/>
            <a:ext cx="1066800" cy="923926"/>
            <a:chOff x="2200" y="2657"/>
            <a:chExt cx="1268" cy="776"/>
          </a:xfrm>
          <a:solidFill>
            <a:schemeClr val="bg1"/>
          </a:solidFill>
        </p:grpSpPr>
        <p:sp>
          <p:nvSpPr>
            <p:cNvPr id="12" name="Rectangle 16"/>
            <p:cNvSpPr>
              <a:spLocks noChangeArrowheads="1"/>
            </p:cNvSpPr>
            <p:nvPr/>
          </p:nvSpPr>
          <p:spPr bwMode="gray">
            <a:xfrm>
              <a:off x="2200" y="3100"/>
              <a:ext cx="1268" cy="333"/>
            </a:xfrm>
            <a:prstGeom prst="rect">
              <a:avLst/>
            </a:prstGeom>
            <a:grpFill/>
            <a:ln w="38100" algn="ctr">
              <a:solidFill>
                <a:srgbClr val="0000FA"/>
              </a:solidFill>
              <a:miter lim="800000"/>
            </a:ln>
            <a:effectLst>
              <a:outerShdw dist="107763" dir="2700000" algn="ctr" rotWithShape="0">
                <a:srgbClr val="808080">
                  <a:alpha val="50000"/>
                </a:srgbClr>
              </a:outerShdw>
            </a:effectLst>
          </p:spPr>
          <p:txBody>
            <a:bodyPr anchor="ctr">
              <a:spAutoFit/>
            </a:bodyPr>
            <a:lstStyle/>
            <a:p>
              <a:pPr algn="ctr"/>
              <a:r>
                <a:rPr lang="zh-CN" altLang="en-US" dirty="0">
                  <a:solidFill>
                    <a:schemeClr val="tx2"/>
                  </a:solidFill>
                </a:rPr>
                <a:t>事件</a:t>
              </a:r>
            </a:p>
          </p:txBody>
        </p:sp>
        <p:sp>
          <p:nvSpPr>
            <p:cNvPr id="13" name="AutoShape 17"/>
            <p:cNvSpPr>
              <a:spLocks noChangeArrowheads="1"/>
            </p:cNvSpPr>
            <p:nvPr/>
          </p:nvSpPr>
          <p:spPr bwMode="gray">
            <a:xfrm>
              <a:off x="2654" y="2657"/>
              <a:ext cx="181" cy="385"/>
            </a:xfrm>
            <a:prstGeom prst="upArrow">
              <a:avLst>
                <a:gd name="adj1" fmla="val 50000"/>
                <a:gd name="adj2" fmla="val 43785"/>
              </a:avLst>
            </a:prstGeom>
            <a:grpFill/>
            <a:ln w="38100" algn="ctr">
              <a:solidFill>
                <a:srgbClr val="FF3300"/>
              </a:solidFill>
              <a:miter lim="800000"/>
            </a:ln>
            <a:effectLst>
              <a:outerShdw dist="107763" dir="2700000" algn="ctr" rotWithShape="0">
                <a:srgbClr val="808080">
                  <a:alpha val="50000"/>
                </a:srgbClr>
              </a:outerShdw>
            </a:effectLst>
          </p:spPr>
          <p:txBody>
            <a:bodyPr anchor="ctr">
              <a:spAutoFit/>
            </a:bodyP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additive="base">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 calcmode="lin" valueType="num">
                                      <p:cBhvr additive="base">
                                        <p:cTn id="2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fill="hold"/>
                                        <p:tgtEl>
                                          <p:spTgt spid="5"/>
                                        </p:tgtEl>
                                        <p:attrNameLst>
                                          <p:attrName>ppt_x</p:attrName>
                                        </p:attrNameLst>
                                      </p:cBhvr>
                                      <p:tavLst>
                                        <p:tav tm="0">
                                          <p:val>
                                            <p:strVal val="#ppt_x"/>
                                          </p:val>
                                        </p:tav>
                                        <p:tav tm="100000">
                                          <p:val>
                                            <p:strVal val="#ppt_x"/>
                                          </p:val>
                                        </p:tav>
                                      </p:tavLst>
                                    </p:anim>
                                    <p:anim calcmode="lin" valueType="num">
                                      <p:cBhvr additive="base">
                                        <p:cTn id="4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500" fill="hold"/>
                                        <p:tgtEl>
                                          <p:spTgt spid="11"/>
                                        </p:tgtEl>
                                        <p:attrNameLst>
                                          <p:attrName>ppt_x</p:attrName>
                                        </p:attrNameLst>
                                      </p:cBhvr>
                                      <p:tavLst>
                                        <p:tav tm="0">
                                          <p:val>
                                            <p:strVal val="#ppt_x"/>
                                          </p:val>
                                        </p:tav>
                                        <p:tav tm="100000">
                                          <p:val>
                                            <p:strVal val="#ppt_x"/>
                                          </p:val>
                                        </p:tav>
                                      </p:tavLst>
                                    </p:anim>
                                    <p:anim calcmode="lin" valueType="num">
                                      <p:cBhvr additive="base">
                                        <p:cTn id="4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r>
              <a:rPr lang="en-US" altLang="zh-CN" dirty="0"/>
              <a:t>15.1.2</a:t>
            </a:r>
            <a:r>
              <a:rPr lang="zh-CN" altLang="en-US" dirty="0"/>
              <a:t> 事件句柄</a:t>
            </a:r>
            <a:r>
              <a:rPr lang="en-US" altLang="zh-CN" dirty="0"/>
              <a:t>-</a:t>
            </a:r>
            <a:r>
              <a:rPr lang="zh-CN" altLang="en-US" dirty="0"/>
              <a:t>一览表  </a:t>
            </a:r>
            <a:r>
              <a:rPr lang="en-US" altLang="zh-CN" dirty="0"/>
              <a:t>Table 15-1</a:t>
            </a:r>
            <a:endParaRPr lang="zh-CN" altLang="en-US" dirty="0"/>
          </a:p>
        </p:txBody>
      </p:sp>
      <p:graphicFrame>
        <p:nvGraphicFramePr>
          <p:cNvPr id="5" name="表格 4"/>
          <p:cNvGraphicFramePr>
            <a:graphicFrameLocks noGrp="1"/>
          </p:cNvGraphicFramePr>
          <p:nvPr/>
        </p:nvGraphicFramePr>
        <p:xfrm>
          <a:off x="914403" y="895351"/>
          <a:ext cx="7543799" cy="3733805"/>
        </p:xfrm>
        <a:graphic>
          <a:graphicData uri="http://schemas.openxmlformats.org/drawingml/2006/table">
            <a:tbl>
              <a:tblPr>
                <a:tableStyleId>{5DA37D80-6434-44D0-A028-1B22A696006F}</a:tableStyleId>
              </a:tblPr>
              <a:tblGrid>
                <a:gridCol w="1010111">
                  <a:extLst>
                    <a:ext uri="{9D8B030D-6E8A-4147-A177-3AD203B41FA5}">
                      <a16:colId xmlns:a16="http://schemas.microsoft.com/office/drawing/2014/main" val="20000"/>
                    </a:ext>
                  </a:extLst>
                </a:gridCol>
                <a:gridCol w="1198229">
                  <a:extLst>
                    <a:ext uri="{9D8B030D-6E8A-4147-A177-3AD203B41FA5}">
                      <a16:colId xmlns:a16="http://schemas.microsoft.com/office/drawing/2014/main" val="20001"/>
                    </a:ext>
                  </a:extLst>
                </a:gridCol>
                <a:gridCol w="1677857">
                  <a:extLst>
                    <a:ext uri="{9D8B030D-6E8A-4147-A177-3AD203B41FA5}">
                      <a16:colId xmlns:a16="http://schemas.microsoft.com/office/drawing/2014/main" val="20002"/>
                    </a:ext>
                  </a:extLst>
                </a:gridCol>
                <a:gridCol w="3657602">
                  <a:extLst>
                    <a:ext uri="{9D8B030D-6E8A-4147-A177-3AD203B41FA5}">
                      <a16:colId xmlns:a16="http://schemas.microsoft.com/office/drawing/2014/main" val="20003"/>
                    </a:ext>
                  </a:extLst>
                </a:gridCol>
              </a:tblGrid>
              <a:tr h="243028">
                <a:tc>
                  <a:txBody>
                    <a:bodyPr/>
                    <a:lstStyle/>
                    <a:p>
                      <a:pPr algn="ctr">
                        <a:spcAft>
                          <a:spcPts val="0"/>
                        </a:spcAft>
                      </a:pPr>
                      <a:r>
                        <a:rPr lang="zh-CN" sz="1050" kern="0" dirty="0">
                          <a:latin typeface="微软雅黑" panose="020B0503020204020204" pitchFamily="34" charset="-122"/>
                          <a:ea typeface="微软雅黑" panose="020B0503020204020204" pitchFamily="34" charset="-122"/>
                        </a:rPr>
                        <a:t>事件分类</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ctr">
                        <a:spcAft>
                          <a:spcPts val="0"/>
                        </a:spcAft>
                      </a:pPr>
                      <a:r>
                        <a:rPr lang="zh-CN" sz="1050" kern="0" dirty="0">
                          <a:latin typeface="微软雅黑" panose="020B0503020204020204" pitchFamily="34" charset="-122"/>
                          <a:ea typeface="微软雅黑" panose="020B0503020204020204" pitchFamily="34" charset="-122"/>
                        </a:rPr>
                        <a:t>事件名称</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ctr">
                        <a:spcAft>
                          <a:spcPts val="0"/>
                        </a:spcAft>
                      </a:pPr>
                      <a:r>
                        <a:rPr lang="zh-CN" sz="1050" kern="0" dirty="0">
                          <a:latin typeface="微软雅黑" panose="020B0503020204020204" pitchFamily="34" charset="-122"/>
                          <a:ea typeface="微软雅黑" panose="020B0503020204020204" pitchFamily="34" charset="-122"/>
                        </a:rPr>
                        <a:t>事件句柄</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ctr">
                        <a:spcAft>
                          <a:spcPts val="0"/>
                        </a:spcAft>
                      </a:pPr>
                      <a:r>
                        <a:rPr lang="zh-CN" sz="1050" kern="0" dirty="0">
                          <a:latin typeface="微软雅黑" panose="020B0503020204020204" pitchFamily="34" charset="-122"/>
                          <a:ea typeface="微软雅黑" panose="020B0503020204020204" pitchFamily="34" charset="-122"/>
                        </a:rPr>
                        <a:t>事件</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00"/>
                  </a:ext>
                </a:extLst>
              </a:tr>
              <a:tr h="187795">
                <a:tc rowSpan="2">
                  <a:txBody>
                    <a:bodyPr/>
                    <a:lstStyle/>
                    <a:p>
                      <a:pPr algn="ctr">
                        <a:spcAft>
                          <a:spcPts val="0"/>
                        </a:spcAft>
                      </a:pPr>
                      <a:r>
                        <a:rPr lang="zh-CN" sz="1050" kern="0" dirty="0">
                          <a:latin typeface="微软雅黑" panose="020B0503020204020204" pitchFamily="34" charset="-122"/>
                          <a:ea typeface="微软雅黑" panose="020B0503020204020204" pitchFamily="34" charset="-122"/>
                        </a:rPr>
                        <a:t>窗口事件</a:t>
                      </a:r>
                      <a:endParaRPr lang="zh-CN" sz="1050" b="1"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nchor="ctr"/>
                </a:tc>
                <a:tc>
                  <a:txBody>
                    <a:bodyPr/>
                    <a:lstStyle/>
                    <a:p>
                      <a:pPr algn="just">
                        <a:spcAft>
                          <a:spcPts val="0"/>
                        </a:spcAft>
                      </a:pPr>
                      <a:r>
                        <a:rPr lang="en-US" sz="1050" kern="100" dirty="0">
                          <a:latin typeface="微软雅黑" panose="020B0503020204020204" pitchFamily="34" charset="-122"/>
                          <a:ea typeface="微软雅黑" panose="020B0503020204020204" pitchFamily="34" charset="-122"/>
                        </a:rPr>
                        <a:t>load</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onLoad</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zh-CN" sz="1050" kern="0" dirty="0">
                          <a:latin typeface="微软雅黑" panose="020B0503020204020204" pitchFamily="34" charset="-122"/>
                          <a:ea typeface="微软雅黑" panose="020B0503020204020204" pitchFamily="34" charset="-122"/>
                        </a:rPr>
                        <a:t>当文档载入时执行</a:t>
                      </a:r>
                      <a:r>
                        <a:rPr lang="en-US" sz="1050" kern="0" dirty="0">
                          <a:latin typeface="微软雅黑" panose="020B0503020204020204" pitchFamily="34" charset="-122"/>
                          <a:ea typeface="微软雅黑" panose="020B0503020204020204" pitchFamily="34" charset="-122"/>
                        </a:rPr>
                        <a:t>JS</a:t>
                      </a:r>
                      <a:r>
                        <a:rPr lang="zh-CN" sz="1050" kern="0" dirty="0">
                          <a:latin typeface="微软雅黑" panose="020B0503020204020204" pitchFamily="34" charset="-122"/>
                          <a:ea typeface="微软雅黑" panose="020B0503020204020204" pitchFamily="34" charset="-122"/>
                        </a:rPr>
                        <a:t>代码</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01"/>
                  </a:ext>
                </a:extLst>
              </a:tr>
              <a:tr h="187795">
                <a:tc vMerge="1">
                  <a:txBody>
                    <a:bodyPr/>
                    <a:lstStyle/>
                    <a:p>
                      <a:endParaRPr lang="zh-CN"/>
                    </a:p>
                  </a:txBody>
                  <a:tcPr/>
                </a:tc>
                <a:tc>
                  <a:txBody>
                    <a:bodyPr/>
                    <a:lstStyle/>
                    <a:p>
                      <a:pPr algn="just">
                        <a:spcAft>
                          <a:spcPts val="0"/>
                        </a:spcAft>
                      </a:pPr>
                      <a:r>
                        <a:rPr lang="en-US" sz="1050" kern="100" dirty="0">
                          <a:latin typeface="微软雅黑" panose="020B0503020204020204" pitchFamily="34" charset="-122"/>
                          <a:ea typeface="微软雅黑" panose="020B0503020204020204" pitchFamily="34" charset="-122"/>
                        </a:rPr>
                        <a:t>unload</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onUnload</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zh-CN" sz="1050" kern="0" dirty="0">
                          <a:latin typeface="微软雅黑" panose="020B0503020204020204" pitchFamily="34" charset="-122"/>
                          <a:ea typeface="微软雅黑" panose="020B0503020204020204" pitchFamily="34" charset="-122"/>
                        </a:rPr>
                        <a:t>当文档卸载时执行</a:t>
                      </a:r>
                      <a:r>
                        <a:rPr lang="en-US" sz="1050" kern="0" dirty="0">
                          <a:latin typeface="微软雅黑" panose="020B0503020204020204" pitchFamily="34" charset="-122"/>
                          <a:ea typeface="微软雅黑" panose="020B0503020204020204" pitchFamily="34" charset="-122"/>
                        </a:rPr>
                        <a:t>JS</a:t>
                      </a:r>
                      <a:r>
                        <a:rPr lang="zh-CN" sz="1050" kern="0" dirty="0">
                          <a:latin typeface="微软雅黑" panose="020B0503020204020204" pitchFamily="34" charset="-122"/>
                          <a:ea typeface="微软雅黑" panose="020B0503020204020204" pitchFamily="34" charset="-122"/>
                        </a:rPr>
                        <a:t>代码</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02"/>
                  </a:ext>
                </a:extLst>
              </a:tr>
              <a:tr h="187795">
                <a:tc rowSpan="6">
                  <a:txBody>
                    <a:bodyPr/>
                    <a:lstStyle/>
                    <a:p>
                      <a:pPr algn="ctr">
                        <a:spcAft>
                          <a:spcPts val="0"/>
                        </a:spcAft>
                      </a:pPr>
                      <a:r>
                        <a:rPr lang="zh-CN" sz="1050" kern="0" dirty="0">
                          <a:latin typeface="微软雅黑" panose="020B0503020204020204" pitchFamily="34" charset="-122"/>
                          <a:ea typeface="微软雅黑" panose="020B0503020204020204" pitchFamily="34" charset="-122"/>
                        </a:rPr>
                        <a:t>表单元素事件</a:t>
                      </a:r>
                      <a:endParaRPr lang="zh-CN" sz="1050" b="1"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nchor="ctr"/>
                </a:tc>
                <a:tc>
                  <a:txBody>
                    <a:bodyPr/>
                    <a:lstStyle/>
                    <a:p>
                      <a:pPr algn="just">
                        <a:spcAft>
                          <a:spcPts val="0"/>
                        </a:spcAft>
                      </a:pPr>
                      <a:r>
                        <a:rPr lang="en-US" sz="1050" kern="100" dirty="0">
                          <a:latin typeface="微软雅黑" panose="020B0503020204020204" pitchFamily="34" charset="-122"/>
                          <a:ea typeface="微软雅黑" panose="020B0503020204020204" pitchFamily="34" charset="-122"/>
                        </a:rPr>
                        <a:t>change</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onChange</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zh-CN" sz="1050" kern="0" dirty="0">
                          <a:latin typeface="微软雅黑" panose="020B0503020204020204" pitchFamily="34" charset="-122"/>
                          <a:ea typeface="微软雅黑" panose="020B0503020204020204" pitchFamily="34" charset="-122"/>
                        </a:rPr>
                        <a:t>当元素改变时执行</a:t>
                      </a:r>
                      <a:r>
                        <a:rPr lang="en-US" sz="1050" kern="0" dirty="0">
                          <a:latin typeface="微软雅黑" panose="020B0503020204020204" pitchFamily="34" charset="-122"/>
                          <a:ea typeface="微软雅黑" panose="020B0503020204020204" pitchFamily="34" charset="-122"/>
                        </a:rPr>
                        <a:t>JS</a:t>
                      </a:r>
                      <a:r>
                        <a:rPr lang="zh-CN" sz="1050" kern="0" dirty="0">
                          <a:latin typeface="微软雅黑" panose="020B0503020204020204" pitchFamily="34" charset="-122"/>
                          <a:ea typeface="微软雅黑" panose="020B0503020204020204" pitchFamily="34" charset="-122"/>
                        </a:rPr>
                        <a:t>代码 </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03"/>
                  </a:ext>
                </a:extLst>
              </a:tr>
              <a:tr h="187795">
                <a:tc vMerge="1">
                  <a:txBody>
                    <a:bodyPr/>
                    <a:lstStyle/>
                    <a:p>
                      <a:endParaRPr lang="zh-CN"/>
                    </a:p>
                  </a:txBody>
                  <a:tcPr/>
                </a:tc>
                <a:tc>
                  <a:txBody>
                    <a:bodyPr/>
                    <a:lstStyle/>
                    <a:p>
                      <a:pPr algn="just">
                        <a:spcAft>
                          <a:spcPts val="0"/>
                        </a:spcAft>
                      </a:pPr>
                      <a:r>
                        <a:rPr lang="en-US" sz="1050" kern="100" dirty="0">
                          <a:latin typeface="微软雅黑" panose="020B0503020204020204" pitchFamily="34" charset="-122"/>
                          <a:ea typeface="微软雅黑" panose="020B0503020204020204" pitchFamily="34" charset="-122"/>
                        </a:rPr>
                        <a:t>submit</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onSubmit</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zh-CN" sz="1050" kern="0" dirty="0">
                          <a:latin typeface="微软雅黑" panose="020B0503020204020204" pitchFamily="34" charset="-122"/>
                          <a:ea typeface="微软雅黑" panose="020B0503020204020204" pitchFamily="34" charset="-122"/>
                        </a:rPr>
                        <a:t>当表单被提交时执行</a:t>
                      </a:r>
                      <a:r>
                        <a:rPr lang="en-US" sz="1050" kern="0" dirty="0">
                          <a:latin typeface="微软雅黑" panose="020B0503020204020204" pitchFamily="34" charset="-122"/>
                          <a:ea typeface="微软雅黑" panose="020B0503020204020204" pitchFamily="34" charset="-122"/>
                        </a:rPr>
                        <a:t>JS</a:t>
                      </a:r>
                      <a:r>
                        <a:rPr lang="zh-CN" sz="1050" kern="0" dirty="0">
                          <a:latin typeface="微软雅黑" panose="020B0503020204020204" pitchFamily="34" charset="-122"/>
                          <a:ea typeface="微软雅黑" panose="020B0503020204020204" pitchFamily="34" charset="-122"/>
                        </a:rPr>
                        <a:t>代码</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04"/>
                  </a:ext>
                </a:extLst>
              </a:tr>
              <a:tr h="187795">
                <a:tc vMerge="1">
                  <a:txBody>
                    <a:bodyPr/>
                    <a:lstStyle/>
                    <a:p>
                      <a:endParaRPr lang="zh-CN"/>
                    </a:p>
                  </a:txBody>
                  <a:tcPr/>
                </a:tc>
                <a:tc>
                  <a:txBody>
                    <a:bodyPr/>
                    <a:lstStyle/>
                    <a:p>
                      <a:pPr algn="just">
                        <a:spcAft>
                          <a:spcPts val="0"/>
                        </a:spcAft>
                      </a:pPr>
                      <a:r>
                        <a:rPr lang="en-US" sz="1050" kern="100" dirty="0">
                          <a:latin typeface="微软雅黑" panose="020B0503020204020204" pitchFamily="34" charset="-122"/>
                          <a:ea typeface="微软雅黑" panose="020B0503020204020204" pitchFamily="34" charset="-122"/>
                        </a:rPr>
                        <a:t>reset</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onReset</a:t>
                      </a:r>
                      <a:r>
                        <a:rPr lang="en-US" sz="1050" kern="100" dirty="0">
                          <a:latin typeface="微软雅黑" panose="020B0503020204020204" pitchFamily="34" charset="-122"/>
                          <a:ea typeface="微软雅黑" panose="020B0503020204020204" pitchFamily="34" charset="-122"/>
                        </a:rPr>
                        <a:t> </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zh-CN" sz="1050" kern="0" dirty="0">
                          <a:latin typeface="微软雅黑" panose="020B0503020204020204" pitchFamily="34" charset="-122"/>
                          <a:ea typeface="微软雅黑" panose="020B0503020204020204" pitchFamily="34" charset="-122"/>
                        </a:rPr>
                        <a:t>当表单被重置时执行</a:t>
                      </a:r>
                      <a:r>
                        <a:rPr lang="en-US" sz="1050" kern="0" dirty="0">
                          <a:latin typeface="微软雅黑" panose="020B0503020204020204" pitchFamily="34" charset="-122"/>
                          <a:ea typeface="微软雅黑" panose="020B0503020204020204" pitchFamily="34" charset="-122"/>
                        </a:rPr>
                        <a:t>JS</a:t>
                      </a:r>
                      <a:r>
                        <a:rPr lang="zh-CN" sz="1050" kern="0" dirty="0">
                          <a:latin typeface="微软雅黑" panose="020B0503020204020204" pitchFamily="34" charset="-122"/>
                          <a:ea typeface="微软雅黑" panose="020B0503020204020204" pitchFamily="34" charset="-122"/>
                        </a:rPr>
                        <a:t>代码</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05"/>
                  </a:ext>
                </a:extLst>
              </a:tr>
              <a:tr h="187795">
                <a:tc vMerge="1">
                  <a:txBody>
                    <a:bodyPr/>
                    <a:lstStyle/>
                    <a:p>
                      <a:endParaRPr lang="zh-CN"/>
                    </a:p>
                  </a:txBody>
                  <a:tcPr/>
                </a:tc>
                <a:tc>
                  <a:txBody>
                    <a:bodyPr/>
                    <a:lstStyle/>
                    <a:p>
                      <a:pPr algn="just">
                        <a:spcAft>
                          <a:spcPts val="0"/>
                        </a:spcAft>
                      </a:pPr>
                      <a:r>
                        <a:rPr lang="en-US" sz="1050" kern="100" dirty="0">
                          <a:latin typeface="微软雅黑" panose="020B0503020204020204" pitchFamily="34" charset="-122"/>
                          <a:ea typeface="微软雅黑" panose="020B0503020204020204" pitchFamily="34" charset="-122"/>
                        </a:rPr>
                        <a:t>select</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onSelect</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zh-CN" sz="1050" kern="0" dirty="0">
                          <a:latin typeface="微软雅黑" panose="020B0503020204020204" pitchFamily="34" charset="-122"/>
                          <a:ea typeface="微软雅黑" panose="020B0503020204020204" pitchFamily="34" charset="-122"/>
                        </a:rPr>
                        <a:t>当元素被选取时执行</a:t>
                      </a:r>
                      <a:r>
                        <a:rPr lang="en-US" sz="1050" kern="0" dirty="0">
                          <a:latin typeface="微软雅黑" panose="020B0503020204020204" pitchFamily="34" charset="-122"/>
                          <a:ea typeface="微软雅黑" panose="020B0503020204020204" pitchFamily="34" charset="-122"/>
                        </a:rPr>
                        <a:t>JS</a:t>
                      </a:r>
                      <a:r>
                        <a:rPr lang="zh-CN" sz="1050" kern="0" dirty="0">
                          <a:latin typeface="微软雅黑" panose="020B0503020204020204" pitchFamily="34" charset="-122"/>
                          <a:ea typeface="微软雅黑" panose="020B0503020204020204" pitchFamily="34" charset="-122"/>
                        </a:rPr>
                        <a:t>代码</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06"/>
                  </a:ext>
                </a:extLst>
              </a:tr>
              <a:tr h="187795">
                <a:tc vMerge="1">
                  <a:txBody>
                    <a:bodyPr/>
                    <a:lstStyle/>
                    <a:p>
                      <a:endParaRPr lang="zh-CN"/>
                    </a:p>
                  </a:txBody>
                  <a:tcPr/>
                </a:tc>
                <a:tc>
                  <a:txBody>
                    <a:bodyPr/>
                    <a:lstStyle/>
                    <a:p>
                      <a:pPr algn="just">
                        <a:spcAft>
                          <a:spcPts val="0"/>
                        </a:spcAft>
                      </a:pPr>
                      <a:r>
                        <a:rPr lang="en-US" sz="1050" kern="100" dirty="0">
                          <a:latin typeface="微软雅黑" panose="020B0503020204020204" pitchFamily="34" charset="-122"/>
                          <a:ea typeface="微软雅黑" panose="020B0503020204020204" pitchFamily="34" charset="-122"/>
                        </a:rPr>
                        <a:t>blur</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onBlur</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zh-CN" sz="1050" kern="0" dirty="0">
                          <a:latin typeface="微软雅黑" panose="020B0503020204020204" pitchFamily="34" charset="-122"/>
                          <a:ea typeface="微软雅黑" panose="020B0503020204020204" pitchFamily="34" charset="-122"/>
                        </a:rPr>
                        <a:t>当元素失去焦点时执行</a:t>
                      </a:r>
                      <a:r>
                        <a:rPr lang="en-US" sz="1050" kern="0" dirty="0">
                          <a:latin typeface="微软雅黑" panose="020B0503020204020204" pitchFamily="34" charset="-122"/>
                          <a:ea typeface="微软雅黑" panose="020B0503020204020204" pitchFamily="34" charset="-122"/>
                        </a:rPr>
                        <a:t>JS</a:t>
                      </a:r>
                      <a:r>
                        <a:rPr lang="zh-CN" sz="1050" kern="0" dirty="0">
                          <a:latin typeface="微软雅黑" panose="020B0503020204020204" pitchFamily="34" charset="-122"/>
                          <a:ea typeface="微软雅黑" panose="020B0503020204020204" pitchFamily="34" charset="-122"/>
                        </a:rPr>
                        <a:t>代码</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07"/>
                  </a:ext>
                </a:extLst>
              </a:tr>
              <a:tr h="187795">
                <a:tc vMerge="1">
                  <a:txBody>
                    <a:bodyPr/>
                    <a:lstStyle/>
                    <a:p>
                      <a:endParaRPr lang="zh-CN"/>
                    </a:p>
                  </a:txBody>
                  <a:tcPr/>
                </a:tc>
                <a:tc>
                  <a:txBody>
                    <a:bodyPr/>
                    <a:lstStyle/>
                    <a:p>
                      <a:pPr algn="just">
                        <a:spcAft>
                          <a:spcPts val="0"/>
                        </a:spcAft>
                      </a:pPr>
                      <a:r>
                        <a:rPr lang="en-US" sz="1050" kern="100" dirty="0">
                          <a:latin typeface="微软雅黑" panose="020B0503020204020204" pitchFamily="34" charset="-122"/>
                          <a:ea typeface="微软雅黑" panose="020B0503020204020204" pitchFamily="34" charset="-122"/>
                        </a:rPr>
                        <a:t>focus</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onFocus</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zh-CN" sz="1050" kern="0" dirty="0">
                          <a:latin typeface="微软雅黑" panose="020B0503020204020204" pitchFamily="34" charset="-122"/>
                          <a:ea typeface="微软雅黑" panose="020B0503020204020204" pitchFamily="34" charset="-122"/>
                        </a:rPr>
                        <a:t>当元素获得焦点时执行</a:t>
                      </a:r>
                      <a:r>
                        <a:rPr lang="en-US" sz="1050" kern="0" dirty="0">
                          <a:latin typeface="微软雅黑" panose="020B0503020204020204" pitchFamily="34" charset="-122"/>
                          <a:ea typeface="微软雅黑" panose="020B0503020204020204" pitchFamily="34" charset="-122"/>
                        </a:rPr>
                        <a:t>JS</a:t>
                      </a:r>
                      <a:r>
                        <a:rPr lang="zh-CN" sz="1050" kern="0" dirty="0">
                          <a:latin typeface="微软雅黑" panose="020B0503020204020204" pitchFamily="34" charset="-122"/>
                          <a:ea typeface="微软雅黑" panose="020B0503020204020204" pitchFamily="34" charset="-122"/>
                        </a:rPr>
                        <a:t>代码</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08"/>
                  </a:ext>
                </a:extLst>
              </a:tr>
              <a:tr h="187795">
                <a:tc rowSpan="7">
                  <a:txBody>
                    <a:bodyPr/>
                    <a:lstStyle/>
                    <a:p>
                      <a:pPr algn="ctr">
                        <a:spcAft>
                          <a:spcPts val="0"/>
                        </a:spcAft>
                      </a:pPr>
                      <a:r>
                        <a:rPr lang="zh-CN" sz="1050" kern="0" dirty="0">
                          <a:latin typeface="微软雅黑" panose="020B0503020204020204" pitchFamily="34" charset="-122"/>
                          <a:ea typeface="微软雅黑" panose="020B0503020204020204" pitchFamily="34" charset="-122"/>
                        </a:rPr>
                        <a:t>鼠标事件</a:t>
                      </a:r>
                      <a:endParaRPr lang="zh-CN" sz="1050" b="1"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nchor="ctr"/>
                </a:tc>
                <a:tc>
                  <a:txBody>
                    <a:bodyPr/>
                    <a:lstStyle/>
                    <a:p>
                      <a:pPr algn="just">
                        <a:spcAft>
                          <a:spcPts val="0"/>
                        </a:spcAft>
                      </a:pPr>
                      <a:r>
                        <a:rPr lang="en-US" sz="1050" kern="100" dirty="0">
                          <a:latin typeface="微软雅黑" panose="020B0503020204020204" pitchFamily="34" charset="-122"/>
                          <a:ea typeface="微软雅黑" panose="020B0503020204020204" pitchFamily="34" charset="-122"/>
                        </a:rPr>
                        <a:t>click</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onClick</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zh-CN" sz="1050" kern="0" dirty="0">
                          <a:latin typeface="微软雅黑" panose="020B0503020204020204" pitchFamily="34" charset="-122"/>
                          <a:ea typeface="微软雅黑" panose="020B0503020204020204" pitchFamily="34" charset="-122"/>
                        </a:rPr>
                        <a:t>当鼠标被单击时执行</a:t>
                      </a:r>
                      <a:r>
                        <a:rPr lang="en-US" sz="1050" kern="0" dirty="0">
                          <a:latin typeface="微软雅黑" panose="020B0503020204020204" pitchFamily="34" charset="-122"/>
                          <a:ea typeface="微软雅黑" panose="020B0503020204020204" pitchFamily="34" charset="-122"/>
                        </a:rPr>
                        <a:t>JS</a:t>
                      </a:r>
                      <a:r>
                        <a:rPr lang="zh-CN" sz="1050" kern="0" dirty="0">
                          <a:latin typeface="微软雅黑" panose="020B0503020204020204" pitchFamily="34" charset="-122"/>
                          <a:ea typeface="微软雅黑" panose="020B0503020204020204" pitchFamily="34" charset="-122"/>
                        </a:rPr>
                        <a:t>代码 </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09"/>
                  </a:ext>
                </a:extLst>
              </a:tr>
              <a:tr h="187795">
                <a:tc vMerge="1">
                  <a:txBody>
                    <a:bodyPr/>
                    <a:lstStyle/>
                    <a:p>
                      <a:endParaRPr lang="zh-CN"/>
                    </a:p>
                  </a:txBody>
                  <a:tcPr/>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dblclick</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onDblclick</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zh-CN" sz="1050" kern="0" dirty="0">
                          <a:latin typeface="微软雅黑" panose="020B0503020204020204" pitchFamily="34" charset="-122"/>
                          <a:ea typeface="微软雅黑" panose="020B0503020204020204" pitchFamily="34" charset="-122"/>
                        </a:rPr>
                        <a:t>当鼠标被双击时执行</a:t>
                      </a:r>
                      <a:r>
                        <a:rPr lang="en-US" sz="1050" kern="0" dirty="0">
                          <a:latin typeface="微软雅黑" panose="020B0503020204020204" pitchFamily="34" charset="-122"/>
                          <a:ea typeface="微软雅黑" panose="020B0503020204020204" pitchFamily="34" charset="-122"/>
                        </a:rPr>
                        <a:t>JS</a:t>
                      </a:r>
                      <a:r>
                        <a:rPr lang="zh-CN" sz="1050" kern="0" dirty="0">
                          <a:latin typeface="微软雅黑" panose="020B0503020204020204" pitchFamily="34" charset="-122"/>
                          <a:ea typeface="微软雅黑" panose="020B0503020204020204" pitchFamily="34" charset="-122"/>
                        </a:rPr>
                        <a:t>代码</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10"/>
                  </a:ext>
                </a:extLst>
              </a:tr>
              <a:tr h="187795">
                <a:tc vMerge="1">
                  <a:txBody>
                    <a:bodyPr/>
                    <a:lstStyle/>
                    <a:p>
                      <a:endParaRPr lang="zh-CN"/>
                    </a:p>
                  </a:txBody>
                  <a:tcPr/>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mousedown</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onMouseDown</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zh-CN" sz="1050" kern="0" dirty="0">
                          <a:latin typeface="微软雅黑" panose="020B0503020204020204" pitchFamily="34" charset="-122"/>
                          <a:ea typeface="微软雅黑" panose="020B0503020204020204" pitchFamily="34" charset="-122"/>
                        </a:rPr>
                        <a:t>当鼠标按钮被按下时执行</a:t>
                      </a:r>
                      <a:r>
                        <a:rPr lang="en-US" sz="1050" kern="0" dirty="0">
                          <a:latin typeface="微软雅黑" panose="020B0503020204020204" pitchFamily="34" charset="-122"/>
                          <a:ea typeface="微软雅黑" panose="020B0503020204020204" pitchFamily="34" charset="-122"/>
                        </a:rPr>
                        <a:t>JS</a:t>
                      </a:r>
                      <a:r>
                        <a:rPr lang="zh-CN" sz="1050" kern="0" dirty="0">
                          <a:latin typeface="微软雅黑" panose="020B0503020204020204" pitchFamily="34" charset="-122"/>
                          <a:ea typeface="微软雅黑" panose="020B0503020204020204" pitchFamily="34" charset="-122"/>
                        </a:rPr>
                        <a:t>代码</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11"/>
                  </a:ext>
                </a:extLst>
              </a:tr>
              <a:tr h="187795">
                <a:tc vMerge="1">
                  <a:txBody>
                    <a:bodyPr/>
                    <a:lstStyle/>
                    <a:p>
                      <a:endParaRPr lang="zh-CN"/>
                    </a:p>
                  </a:txBody>
                  <a:tcPr/>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mousemove</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en-US" sz="1050" kern="100">
                          <a:latin typeface="微软雅黑" panose="020B0503020204020204" pitchFamily="34" charset="-122"/>
                          <a:ea typeface="微软雅黑" panose="020B0503020204020204" pitchFamily="34" charset="-122"/>
                        </a:rPr>
                        <a:t>onMouseMove</a:t>
                      </a:r>
                      <a:endParaRPr lang="zh-CN" sz="1050" kern="10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zh-CN" sz="1050" kern="0" dirty="0">
                          <a:latin typeface="微软雅黑" panose="020B0503020204020204" pitchFamily="34" charset="-122"/>
                          <a:ea typeface="微软雅黑" panose="020B0503020204020204" pitchFamily="34" charset="-122"/>
                        </a:rPr>
                        <a:t>当鼠标指针移动时执行</a:t>
                      </a:r>
                      <a:r>
                        <a:rPr lang="en-US" sz="1050" kern="0" dirty="0">
                          <a:latin typeface="微软雅黑" panose="020B0503020204020204" pitchFamily="34" charset="-122"/>
                          <a:ea typeface="微软雅黑" panose="020B0503020204020204" pitchFamily="34" charset="-122"/>
                        </a:rPr>
                        <a:t>JS</a:t>
                      </a:r>
                      <a:r>
                        <a:rPr lang="zh-CN" sz="1050" kern="0" dirty="0">
                          <a:latin typeface="微软雅黑" panose="020B0503020204020204" pitchFamily="34" charset="-122"/>
                          <a:ea typeface="微软雅黑" panose="020B0503020204020204" pitchFamily="34" charset="-122"/>
                        </a:rPr>
                        <a:t>代码</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12"/>
                  </a:ext>
                </a:extLst>
              </a:tr>
              <a:tr h="265122">
                <a:tc vMerge="1">
                  <a:txBody>
                    <a:bodyPr/>
                    <a:lstStyle/>
                    <a:p>
                      <a:endParaRPr lang="zh-CN"/>
                    </a:p>
                  </a:txBody>
                  <a:tcPr/>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Mouseout</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en-US" sz="1050" kern="100">
                          <a:latin typeface="微软雅黑" panose="020B0503020204020204" pitchFamily="34" charset="-122"/>
                          <a:ea typeface="微软雅黑" panose="020B0503020204020204" pitchFamily="34" charset="-122"/>
                        </a:rPr>
                        <a:t>onMouseOut</a:t>
                      </a:r>
                      <a:endParaRPr lang="zh-CN" sz="1050" kern="10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zh-CN" sz="1050" kern="0" dirty="0">
                          <a:latin typeface="微软雅黑" panose="020B0503020204020204" pitchFamily="34" charset="-122"/>
                          <a:ea typeface="微软雅黑" panose="020B0503020204020204" pitchFamily="34" charset="-122"/>
                        </a:rPr>
                        <a:t>当鼠标指针移出某元素时执行</a:t>
                      </a:r>
                      <a:r>
                        <a:rPr lang="en-US" sz="1050" kern="0" dirty="0">
                          <a:latin typeface="微软雅黑" panose="020B0503020204020204" pitchFamily="34" charset="-122"/>
                          <a:ea typeface="微软雅黑" panose="020B0503020204020204" pitchFamily="34" charset="-122"/>
                        </a:rPr>
                        <a:t>JS</a:t>
                      </a:r>
                      <a:r>
                        <a:rPr lang="zh-CN" sz="1050" kern="0" dirty="0">
                          <a:latin typeface="微软雅黑" panose="020B0503020204020204" pitchFamily="34" charset="-122"/>
                          <a:ea typeface="微软雅黑" panose="020B0503020204020204" pitchFamily="34" charset="-122"/>
                        </a:rPr>
                        <a:t>代码</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13"/>
                  </a:ext>
                </a:extLst>
              </a:tr>
              <a:tr h="220935">
                <a:tc vMerge="1">
                  <a:txBody>
                    <a:bodyPr/>
                    <a:lstStyle/>
                    <a:p>
                      <a:endParaRPr lang="zh-CN"/>
                    </a:p>
                  </a:txBody>
                  <a:tcPr/>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Mouseover</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en-US" sz="1050" kern="100">
                          <a:latin typeface="微软雅黑" panose="020B0503020204020204" pitchFamily="34" charset="-122"/>
                          <a:ea typeface="微软雅黑" panose="020B0503020204020204" pitchFamily="34" charset="-122"/>
                        </a:rPr>
                        <a:t>onMouseOver</a:t>
                      </a:r>
                      <a:endParaRPr lang="zh-CN" sz="1050" kern="10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zh-CN" sz="1050" kern="0" dirty="0">
                          <a:latin typeface="微软雅黑" panose="020B0503020204020204" pitchFamily="34" charset="-122"/>
                          <a:ea typeface="微软雅黑" panose="020B0503020204020204" pitchFamily="34" charset="-122"/>
                        </a:rPr>
                        <a:t>当鼠标指针悬停于某元素之上时执行</a:t>
                      </a:r>
                      <a:r>
                        <a:rPr lang="en-US" sz="1050" kern="0" dirty="0">
                          <a:latin typeface="微软雅黑" panose="020B0503020204020204" pitchFamily="34" charset="-122"/>
                          <a:ea typeface="微软雅黑" panose="020B0503020204020204" pitchFamily="34" charset="-122"/>
                        </a:rPr>
                        <a:t>JS</a:t>
                      </a:r>
                      <a:r>
                        <a:rPr lang="zh-CN" sz="1050" kern="0" dirty="0">
                          <a:latin typeface="微软雅黑" panose="020B0503020204020204" pitchFamily="34" charset="-122"/>
                          <a:ea typeface="微软雅黑" panose="020B0503020204020204" pitchFamily="34" charset="-122"/>
                        </a:rPr>
                        <a:t>代码</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14"/>
                  </a:ext>
                </a:extLst>
              </a:tr>
              <a:tr h="187795">
                <a:tc vMerge="1">
                  <a:txBody>
                    <a:bodyPr/>
                    <a:lstStyle/>
                    <a:p>
                      <a:endParaRPr lang="zh-CN"/>
                    </a:p>
                  </a:txBody>
                  <a:tcPr/>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mouseup</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en-US" sz="1050" kern="100">
                          <a:latin typeface="微软雅黑" panose="020B0503020204020204" pitchFamily="34" charset="-122"/>
                          <a:ea typeface="微软雅黑" panose="020B0503020204020204" pitchFamily="34" charset="-122"/>
                        </a:rPr>
                        <a:t>onMouseUp</a:t>
                      </a:r>
                      <a:endParaRPr lang="zh-CN" sz="1050" kern="10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zh-CN" sz="1050" kern="0" dirty="0">
                          <a:latin typeface="微软雅黑" panose="020B0503020204020204" pitchFamily="34" charset="-122"/>
                          <a:ea typeface="微软雅黑" panose="020B0503020204020204" pitchFamily="34" charset="-122"/>
                        </a:rPr>
                        <a:t>当鼠标按钮被松开时执行</a:t>
                      </a:r>
                      <a:r>
                        <a:rPr lang="en-US" sz="1050" kern="0" dirty="0">
                          <a:latin typeface="微软雅黑" panose="020B0503020204020204" pitchFamily="34" charset="-122"/>
                          <a:ea typeface="微软雅黑" panose="020B0503020204020204" pitchFamily="34" charset="-122"/>
                        </a:rPr>
                        <a:t>JS</a:t>
                      </a:r>
                      <a:r>
                        <a:rPr lang="zh-CN" sz="1050" kern="0" dirty="0">
                          <a:latin typeface="微软雅黑" panose="020B0503020204020204" pitchFamily="34" charset="-122"/>
                          <a:ea typeface="微软雅黑" panose="020B0503020204020204" pitchFamily="34" charset="-122"/>
                        </a:rPr>
                        <a:t>代码</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15"/>
                  </a:ext>
                </a:extLst>
              </a:tr>
              <a:tr h="187795">
                <a:tc rowSpan="3">
                  <a:txBody>
                    <a:bodyPr/>
                    <a:lstStyle/>
                    <a:p>
                      <a:pPr algn="ctr">
                        <a:spcAft>
                          <a:spcPts val="0"/>
                        </a:spcAft>
                      </a:pPr>
                      <a:r>
                        <a:rPr lang="zh-CN" sz="1050" kern="0" dirty="0">
                          <a:latin typeface="微软雅黑" panose="020B0503020204020204" pitchFamily="34" charset="-122"/>
                          <a:ea typeface="微软雅黑" panose="020B0503020204020204" pitchFamily="34" charset="-122"/>
                        </a:rPr>
                        <a:t>键盘事件</a:t>
                      </a:r>
                      <a:endParaRPr lang="zh-CN" sz="1050" b="1"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nchor="ctr"/>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keydown</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en-US" sz="1050" kern="100">
                          <a:latin typeface="微软雅黑" panose="020B0503020204020204" pitchFamily="34" charset="-122"/>
                          <a:ea typeface="微软雅黑" panose="020B0503020204020204" pitchFamily="34" charset="-122"/>
                        </a:rPr>
                        <a:t>onKeyDown</a:t>
                      </a:r>
                      <a:endParaRPr lang="zh-CN" sz="1050" kern="10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zh-CN" sz="1050" kern="0" dirty="0">
                          <a:latin typeface="微软雅黑" panose="020B0503020204020204" pitchFamily="34" charset="-122"/>
                          <a:ea typeface="微软雅黑" panose="020B0503020204020204" pitchFamily="34" charset="-122"/>
                        </a:rPr>
                        <a:t>当键盘被按下时执行</a:t>
                      </a:r>
                      <a:r>
                        <a:rPr lang="en-US" sz="1050" kern="0" dirty="0">
                          <a:latin typeface="微软雅黑" panose="020B0503020204020204" pitchFamily="34" charset="-122"/>
                          <a:ea typeface="微软雅黑" panose="020B0503020204020204" pitchFamily="34" charset="-122"/>
                        </a:rPr>
                        <a:t>JS</a:t>
                      </a:r>
                      <a:r>
                        <a:rPr lang="zh-CN" sz="1050" kern="0" dirty="0">
                          <a:latin typeface="微软雅黑" panose="020B0503020204020204" pitchFamily="34" charset="-122"/>
                          <a:ea typeface="微软雅黑" panose="020B0503020204020204" pitchFamily="34" charset="-122"/>
                        </a:rPr>
                        <a:t>代码 </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16"/>
                  </a:ext>
                </a:extLst>
              </a:tr>
              <a:tr h="187795">
                <a:tc vMerge="1">
                  <a:txBody>
                    <a:bodyPr/>
                    <a:lstStyle/>
                    <a:p>
                      <a:endParaRPr lang="zh-CN"/>
                    </a:p>
                  </a:txBody>
                  <a:tcPr/>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keypress</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en-US" sz="1050" kern="100">
                          <a:latin typeface="微软雅黑" panose="020B0503020204020204" pitchFamily="34" charset="-122"/>
                          <a:ea typeface="微软雅黑" panose="020B0503020204020204" pitchFamily="34" charset="-122"/>
                        </a:rPr>
                        <a:t>onKeyPress</a:t>
                      </a:r>
                      <a:endParaRPr lang="zh-CN" sz="1050" kern="10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zh-CN" sz="1050" kern="0" dirty="0">
                          <a:latin typeface="微软雅黑" panose="020B0503020204020204" pitchFamily="34" charset="-122"/>
                          <a:ea typeface="微软雅黑" panose="020B0503020204020204" pitchFamily="34" charset="-122"/>
                        </a:rPr>
                        <a:t>当键盘被按下后又松开时执行</a:t>
                      </a:r>
                      <a:r>
                        <a:rPr lang="en-US" sz="1050" kern="0" dirty="0">
                          <a:latin typeface="微软雅黑" panose="020B0503020204020204" pitchFamily="34" charset="-122"/>
                          <a:ea typeface="微软雅黑" panose="020B0503020204020204" pitchFamily="34" charset="-122"/>
                        </a:rPr>
                        <a:t>JS</a:t>
                      </a:r>
                      <a:r>
                        <a:rPr lang="zh-CN" sz="1050" kern="0" dirty="0">
                          <a:latin typeface="微软雅黑" panose="020B0503020204020204" pitchFamily="34" charset="-122"/>
                          <a:ea typeface="微软雅黑" panose="020B0503020204020204" pitchFamily="34" charset="-122"/>
                        </a:rPr>
                        <a:t>代码</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17"/>
                  </a:ext>
                </a:extLst>
              </a:tr>
              <a:tr h="187795">
                <a:tc vMerge="1">
                  <a:txBody>
                    <a:bodyPr/>
                    <a:lstStyle/>
                    <a:p>
                      <a:endParaRPr lang="zh-CN"/>
                    </a:p>
                  </a:txBody>
                  <a:tcPr/>
                </a:tc>
                <a:tc>
                  <a:txBody>
                    <a:bodyPr/>
                    <a:lstStyle/>
                    <a:p>
                      <a:pPr algn="just">
                        <a:spcAft>
                          <a:spcPts val="0"/>
                        </a:spcAft>
                      </a:pPr>
                      <a:r>
                        <a:rPr lang="en-US" sz="1050" kern="100" dirty="0" err="1">
                          <a:latin typeface="微软雅黑" panose="020B0503020204020204" pitchFamily="34" charset="-122"/>
                          <a:ea typeface="微软雅黑" panose="020B0503020204020204" pitchFamily="34" charset="-122"/>
                        </a:rPr>
                        <a:t>keyup</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en-US" sz="1050" kern="100">
                          <a:latin typeface="微软雅黑" panose="020B0503020204020204" pitchFamily="34" charset="-122"/>
                          <a:ea typeface="微软雅黑" panose="020B0503020204020204" pitchFamily="34" charset="-122"/>
                        </a:rPr>
                        <a:t>onKeyUp</a:t>
                      </a:r>
                      <a:endParaRPr lang="zh-CN" sz="1050" kern="10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tc>
                  <a:txBody>
                    <a:bodyPr/>
                    <a:lstStyle/>
                    <a:p>
                      <a:pPr algn="just">
                        <a:spcAft>
                          <a:spcPts val="0"/>
                        </a:spcAft>
                      </a:pPr>
                      <a:r>
                        <a:rPr lang="zh-CN" sz="1050" kern="0" dirty="0">
                          <a:latin typeface="微软雅黑" panose="020B0503020204020204" pitchFamily="34" charset="-122"/>
                          <a:ea typeface="微软雅黑" panose="020B0503020204020204" pitchFamily="34" charset="-122"/>
                        </a:rPr>
                        <a:t>当键盘被松开时执行</a:t>
                      </a:r>
                      <a:r>
                        <a:rPr lang="en-US" sz="1050" kern="0" dirty="0">
                          <a:latin typeface="微软雅黑" panose="020B0503020204020204" pitchFamily="34" charset="-122"/>
                          <a:ea typeface="微软雅黑" panose="020B0503020204020204" pitchFamily="34" charset="-122"/>
                        </a:rPr>
                        <a:t>JS</a:t>
                      </a:r>
                      <a:r>
                        <a:rPr lang="zh-CN" sz="1050" kern="0" dirty="0">
                          <a:latin typeface="微软雅黑" panose="020B0503020204020204" pitchFamily="34" charset="-122"/>
                          <a:ea typeface="微软雅黑" panose="020B0503020204020204" pitchFamily="34" charset="-122"/>
                        </a:rPr>
                        <a:t>代码</a:t>
                      </a:r>
                      <a:endParaRPr lang="zh-CN" sz="1050" kern="100" dirty="0">
                        <a:latin typeface="微软雅黑" panose="020B0503020204020204" pitchFamily="34" charset="-122"/>
                        <a:ea typeface="微软雅黑" panose="020B0503020204020204" pitchFamily="34" charset="-122"/>
                        <a:cs typeface="Times New Roman" panose="02020603050405020304"/>
                      </a:endParaRPr>
                    </a:p>
                  </a:txBody>
                  <a:tcPr marL="59484" marR="59484" marT="0" marB="0"/>
                </a:tc>
                <a:extLst>
                  <a:ext uri="{0D108BD9-81ED-4DB2-BD59-A6C34878D82A}">
                    <a16:rowId xmlns:a16="http://schemas.microsoft.com/office/drawing/2014/main" val="1001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r>
              <a:rPr lang="en-US" altLang="zh-CN" dirty="0"/>
              <a:t>15.1.3 </a:t>
            </a:r>
            <a:r>
              <a:rPr lang="zh-CN" altLang="en-US" dirty="0"/>
              <a:t>事件处理</a:t>
            </a:r>
          </a:p>
        </p:txBody>
      </p:sp>
      <p:sp>
        <p:nvSpPr>
          <p:cNvPr id="135171" name="Rectangle 3"/>
          <p:cNvSpPr>
            <a:spLocks noGrp="1" noChangeArrowheads="1"/>
          </p:cNvSpPr>
          <p:nvPr>
            <p:ph idx="1"/>
          </p:nvPr>
        </p:nvSpPr>
        <p:spPr>
          <a:xfrm>
            <a:off x="533400" y="819151"/>
            <a:ext cx="8509000" cy="3810000"/>
          </a:xfrm>
        </p:spPr>
        <p:txBody>
          <a:bodyPr/>
          <a:lstStyle/>
          <a:p>
            <a:pPr marL="0" indent="457200">
              <a:spcBef>
                <a:spcPts val="0"/>
              </a:spcBef>
              <a:spcAft>
                <a:spcPts val="0"/>
              </a:spcAft>
              <a:buNone/>
            </a:pPr>
            <a:r>
              <a:rPr lang="zh-CN" altLang="en-US" dirty="0">
                <a:latin typeface="+mj-ea"/>
                <a:ea typeface="+mj-ea"/>
              </a:rPr>
              <a:t> 当一个事件发生时，如果需要截获并处理该事件，只需要定义该事件的事件句柄所关联的事件处理代码，具体的处理方式有以下</a:t>
            </a:r>
            <a:r>
              <a:rPr lang="en-US" altLang="zh-CN" dirty="0">
                <a:latin typeface="+mj-ea"/>
                <a:ea typeface="+mj-ea"/>
              </a:rPr>
              <a:t>3</a:t>
            </a:r>
            <a:r>
              <a:rPr lang="zh-CN" altLang="en-US" dirty="0">
                <a:latin typeface="+mj-ea"/>
                <a:ea typeface="+mj-ea"/>
              </a:rPr>
              <a:t>种：</a:t>
            </a:r>
          </a:p>
          <a:p>
            <a:pPr lvl="1">
              <a:spcBef>
                <a:spcPts val="0"/>
              </a:spcBef>
              <a:spcAft>
                <a:spcPts val="0"/>
              </a:spcAft>
              <a:buClr>
                <a:srgbClr val="0000FA"/>
              </a:buClr>
              <a:buFont typeface="Wingdings" panose="05000000000000000000" pitchFamily="2" charset="2"/>
              <a:buChar char="l"/>
            </a:pPr>
            <a:r>
              <a:rPr lang="zh-CN" altLang="en-US" dirty="0">
                <a:latin typeface="+mj-ea"/>
                <a:ea typeface="+mj-ea"/>
              </a:rPr>
              <a:t>静态指定：</a:t>
            </a:r>
            <a:r>
              <a:rPr lang="en-US" altLang="zh-CN" sz="1800" dirty="0">
                <a:solidFill>
                  <a:srgbClr val="FF0000"/>
                </a:solidFill>
                <a:latin typeface="+mj-ea"/>
                <a:ea typeface="+mj-ea"/>
              </a:rPr>
              <a:t>&lt;HTML</a:t>
            </a:r>
            <a:r>
              <a:rPr lang="zh-CN" altLang="en-US" sz="1800" dirty="0">
                <a:solidFill>
                  <a:srgbClr val="FF0000"/>
                </a:solidFill>
                <a:latin typeface="+mj-ea"/>
                <a:ea typeface="+mj-ea"/>
              </a:rPr>
              <a:t>标记 </a:t>
            </a:r>
            <a:r>
              <a:rPr lang="en-US" altLang="zh-CN" sz="1800" dirty="0">
                <a:solidFill>
                  <a:srgbClr val="FF0000"/>
                </a:solidFill>
                <a:latin typeface="+mj-ea"/>
                <a:ea typeface="+mj-ea"/>
              </a:rPr>
              <a:t>... </a:t>
            </a:r>
            <a:r>
              <a:rPr lang="zh-CN" altLang="en-US" sz="1800" dirty="0">
                <a:solidFill>
                  <a:srgbClr val="FF0000"/>
                </a:solidFill>
                <a:latin typeface="+mj-ea"/>
                <a:ea typeface="+mj-ea"/>
              </a:rPr>
              <a:t>事件句柄</a:t>
            </a:r>
            <a:r>
              <a:rPr lang="en-US" altLang="zh-CN" sz="1800" dirty="0">
                <a:solidFill>
                  <a:srgbClr val="FF0000"/>
                </a:solidFill>
                <a:latin typeface="+mj-ea"/>
                <a:ea typeface="+mj-ea"/>
              </a:rPr>
              <a:t>1="</a:t>
            </a:r>
            <a:r>
              <a:rPr lang="zh-CN" altLang="en-US" sz="1800" dirty="0">
                <a:solidFill>
                  <a:srgbClr val="FF0000"/>
                </a:solidFill>
                <a:latin typeface="+mj-ea"/>
                <a:ea typeface="+mj-ea"/>
              </a:rPr>
              <a:t>事件处理程序</a:t>
            </a:r>
            <a:r>
              <a:rPr lang="en-US" altLang="zh-CN" sz="1800" dirty="0">
                <a:solidFill>
                  <a:srgbClr val="FF0000"/>
                </a:solidFill>
                <a:latin typeface="+mj-ea"/>
                <a:ea typeface="+mj-ea"/>
              </a:rPr>
              <a:t>" [</a:t>
            </a:r>
            <a:r>
              <a:rPr lang="zh-CN" altLang="en-US" sz="1800" dirty="0">
                <a:solidFill>
                  <a:srgbClr val="FF0000"/>
                </a:solidFill>
                <a:latin typeface="+mj-ea"/>
                <a:ea typeface="+mj-ea"/>
              </a:rPr>
              <a:t>事件句柄</a:t>
            </a:r>
            <a:r>
              <a:rPr lang="en-US" altLang="zh-CN" sz="1800" dirty="0">
                <a:solidFill>
                  <a:srgbClr val="FF0000"/>
                </a:solidFill>
                <a:latin typeface="+mj-ea"/>
                <a:ea typeface="+mj-ea"/>
              </a:rPr>
              <a:t>2 = "</a:t>
            </a:r>
            <a:r>
              <a:rPr lang="zh-CN" altLang="en-US" sz="1800" dirty="0">
                <a:solidFill>
                  <a:srgbClr val="FF0000"/>
                </a:solidFill>
                <a:latin typeface="+mj-ea"/>
                <a:ea typeface="+mj-ea"/>
              </a:rPr>
              <a:t>事件处理程序</a:t>
            </a:r>
            <a:r>
              <a:rPr lang="en-US" altLang="zh-CN" sz="1800" dirty="0">
                <a:solidFill>
                  <a:srgbClr val="FF0000"/>
                </a:solidFill>
                <a:latin typeface="+mj-ea"/>
                <a:ea typeface="+mj-ea"/>
              </a:rPr>
              <a:t>" ...]&gt;&lt;/HTML</a:t>
            </a:r>
            <a:r>
              <a:rPr lang="zh-CN" altLang="en-US" sz="1800" dirty="0">
                <a:solidFill>
                  <a:srgbClr val="FF0000"/>
                </a:solidFill>
                <a:latin typeface="+mj-ea"/>
                <a:ea typeface="+mj-ea"/>
              </a:rPr>
              <a:t>标记</a:t>
            </a:r>
            <a:r>
              <a:rPr lang="en-US" altLang="zh-CN" sz="1800" dirty="0">
                <a:solidFill>
                  <a:srgbClr val="FF0000"/>
                </a:solidFill>
                <a:latin typeface="+mj-ea"/>
                <a:ea typeface="+mj-ea"/>
              </a:rPr>
              <a:t>&gt;</a:t>
            </a:r>
          </a:p>
          <a:p>
            <a:pPr lvl="1">
              <a:spcBef>
                <a:spcPts val="0"/>
              </a:spcBef>
              <a:spcAft>
                <a:spcPts val="0"/>
              </a:spcAft>
              <a:buClr>
                <a:srgbClr val="0000FA"/>
              </a:buClr>
              <a:buFont typeface="Wingdings" panose="05000000000000000000" pitchFamily="2" charset="2"/>
              <a:buChar char="l"/>
            </a:pPr>
            <a:r>
              <a:rPr lang="zh-CN" altLang="en-US" dirty="0">
                <a:latin typeface="+mj-ea"/>
                <a:ea typeface="+mj-ea"/>
              </a:rPr>
              <a:t>动态指定</a:t>
            </a:r>
          </a:p>
          <a:p>
            <a:pPr lvl="2">
              <a:spcBef>
                <a:spcPts val="0"/>
              </a:spcBef>
              <a:spcAft>
                <a:spcPts val="0"/>
              </a:spcAft>
              <a:buClr>
                <a:srgbClr val="0000FA"/>
              </a:buClr>
              <a:buNone/>
            </a:pPr>
            <a:r>
              <a:rPr lang="en-US" altLang="zh-CN" sz="1800" dirty="0">
                <a:solidFill>
                  <a:srgbClr val="FF0000"/>
                </a:solidFill>
                <a:latin typeface="+mj-ea"/>
                <a:ea typeface="+mj-ea"/>
              </a:rPr>
              <a:t>&lt;</a:t>
            </a:r>
            <a:r>
              <a:rPr lang="zh-CN" altLang="en-US" sz="1800" dirty="0">
                <a:solidFill>
                  <a:srgbClr val="FF0000"/>
                </a:solidFill>
                <a:latin typeface="+mj-ea"/>
                <a:ea typeface="+mj-ea"/>
              </a:rPr>
              <a:t>事件主角</a:t>
            </a:r>
            <a:r>
              <a:rPr lang="en-US" altLang="zh-CN" sz="1800" dirty="0">
                <a:solidFill>
                  <a:srgbClr val="FF0000"/>
                </a:solidFill>
                <a:latin typeface="+mj-ea"/>
                <a:ea typeface="+mj-ea"/>
              </a:rPr>
              <a:t>-</a:t>
            </a:r>
            <a:r>
              <a:rPr lang="zh-CN" altLang="en-US" sz="1800" dirty="0">
                <a:solidFill>
                  <a:srgbClr val="FF0000"/>
                </a:solidFill>
                <a:latin typeface="+mj-ea"/>
                <a:ea typeface="+mj-ea"/>
              </a:rPr>
              <a:t>对象</a:t>
            </a:r>
            <a:r>
              <a:rPr lang="en-US" altLang="zh-CN" sz="1800" dirty="0">
                <a:solidFill>
                  <a:srgbClr val="FF0000"/>
                </a:solidFill>
                <a:latin typeface="+mj-ea"/>
                <a:ea typeface="+mj-ea"/>
              </a:rPr>
              <a:t>&gt;.&lt;</a:t>
            </a:r>
            <a:r>
              <a:rPr lang="zh-CN" altLang="en-US" sz="1800" dirty="0">
                <a:solidFill>
                  <a:srgbClr val="FF0000"/>
                </a:solidFill>
                <a:latin typeface="+mj-ea"/>
                <a:ea typeface="+mj-ea"/>
              </a:rPr>
              <a:t>事件句柄</a:t>
            </a:r>
            <a:r>
              <a:rPr lang="en-US" altLang="zh-CN" sz="1800" dirty="0">
                <a:solidFill>
                  <a:srgbClr val="FF0000"/>
                </a:solidFill>
                <a:latin typeface="+mj-ea"/>
                <a:ea typeface="+mj-ea"/>
              </a:rPr>
              <a:t>&gt;=&lt;</a:t>
            </a:r>
            <a:r>
              <a:rPr lang="zh-CN" altLang="en-US" sz="1800" dirty="0">
                <a:solidFill>
                  <a:srgbClr val="FF0000"/>
                </a:solidFill>
                <a:latin typeface="+mj-ea"/>
                <a:ea typeface="+mj-ea"/>
              </a:rPr>
              <a:t>事件处理程序</a:t>
            </a:r>
            <a:r>
              <a:rPr lang="en-US" altLang="zh-CN" sz="1800" dirty="0">
                <a:solidFill>
                  <a:srgbClr val="FF0000"/>
                </a:solidFill>
                <a:latin typeface="+mj-ea"/>
                <a:ea typeface="+mj-ea"/>
              </a:rPr>
              <a:t>&gt;;</a:t>
            </a:r>
          </a:p>
          <a:p>
            <a:pPr lvl="1">
              <a:spcBef>
                <a:spcPts val="0"/>
              </a:spcBef>
              <a:spcAft>
                <a:spcPts val="0"/>
              </a:spcAft>
              <a:buClr>
                <a:srgbClr val="0000FA"/>
              </a:buClr>
              <a:buFont typeface="Wingdings" panose="05000000000000000000" pitchFamily="2" charset="2"/>
              <a:buChar char="l"/>
            </a:pPr>
            <a:r>
              <a:rPr lang="zh-CN" altLang="zh-CN" dirty="0">
                <a:latin typeface="+mj-ea"/>
                <a:ea typeface="+mj-ea"/>
              </a:rPr>
              <a:t>特定对象特定事件的指定</a:t>
            </a:r>
            <a:endParaRPr lang="en-US" altLang="zh-CN" dirty="0">
              <a:latin typeface="+mj-ea"/>
              <a:ea typeface="+mj-ea"/>
            </a:endParaRPr>
          </a:p>
          <a:p>
            <a:pPr marL="365125" lvl="1" indent="0">
              <a:spcBef>
                <a:spcPts val="0"/>
              </a:spcBef>
              <a:spcAft>
                <a:spcPts val="0"/>
              </a:spcAft>
              <a:buClr>
                <a:srgbClr val="0000FA"/>
              </a:buClr>
              <a:buNone/>
            </a:pPr>
            <a:r>
              <a:rPr lang="en-US" altLang="zh-CN" sz="1800" dirty="0">
                <a:solidFill>
                  <a:srgbClr val="FF0000"/>
                </a:solidFill>
                <a:latin typeface="+mj-ea"/>
                <a:ea typeface="+mj-ea"/>
              </a:rPr>
              <a:t>&lt;script type=“text/</a:t>
            </a:r>
            <a:r>
              <a:rPr lang="en-US" altLang="zh-CN" sz="1800" dirty="0" err="1">
                <a:solidFill>
                  <a:srgbClr val="FF0000"/>
                </a:solidFill>
                <a:latin typeface="+mj-ea"/>
                <a:ea typeface="+mj-ea"/>
              </a:rPr>
              <a:t>javascript”for</a:t>
            </a:r>
            <a:r>
              <a:rPr lang="en-US" altLang="zh-CN" sz="1800" dirty="0">
                <a:solidFill>
                  <a:srgbClr val="FF0000"/>
                </a:solidFill>
                <a:latin typeface="+mj-ea"/>
                <a:ea typeface="+mj-ea"/>
              </a:rPr>
              <a:t>=“</a:t>
            </a:r>
            <a:r>
              <a:rPr lang="zh-CN" altLang="en-US" sz="1800" dirty="0">
                <a:solidFill>
                  <a:srgbClr val="FF0000"/>
                </a:solidFill>
                <a:latin typeface="+mj-ea"/>
                <a:ea typeface="+mj-ea"/>
              </a:rPr>
              <a:t>对象” </a:t>
            </a:r>
            <a:r>
              <a:rPr lang="en-US" altLang="zh-CN" sz="1800" dirty="0">
                <a:solidFill>
                  <a:srgbClr val="FF0000"/>
                </a:solidFill>
                <a:latin typeface="+mj-ea"/>
                <a:ea typeface="+mj-ea"/>
              </a:rPr>
              <a:t>event=“</a:t>
            </a:r>
            <a:r>
              <a:rPr lang="zh-CN" altLang="en-US" sz="1800" dirty="0">
                <a:solidFill>
                  <a:srgbClr val="FF0000"/>
                </a:solidFill>
                <a:latin typeface="+mj-ea"/>
                <a:ea typeface="+mj-ea"/>
              </a:rPr>
              <a:t>事件”</a:t>
            </a:r>
            <a:r>
              <a:rPr lang="en-US" altLang="zh-CN" sz="1800" dirty="0">
                <a:solidFill>
                  <a:srgbClr val="FF0000"/>
                </a:solidFill>
                <a:latin typeface="+mj-ea"/>
                <a:ea typeface="+mj-ea"/>
              </a:rPr>
              <a:t>&gt; </a:t>
            </a:r>
          </a:p>
          <a:p>
            <a:pPr marL="365125" lvl="1" indent="0">
              <a:spcBef>
                <a:spcPts val="0"/>
              </a:spcBef>
              <a:spcAft>
                <a:spcPts val="0"/>
              </a:spcAft>
              <a:buClr>
                <a:srgbClr val="0000FA"/>
              </a:buClr>
              <a:buNone/>
            </a:pPr>
            <a:r>
              <a:rPr lang="en-US" altLang="zh-CN" sz="1800" dirty="0">
                <a:solidFill>
                  <a:srgbClr val="FF0000"/>
                </a:solidFill>
                <a:latin typeface="+mj-ea"/>
                <a:ea typeface="+mj-ea"/>
              </a:rPr>
              <a:t>  //</a:t>
            </a:r>
            <a:r>
              <a:rPr lang="zh-CN" altLang="en-US" sz="1800" dirty="0">
                <a:solidFill>
                  <a:srgbClr val="FF0000"/>
                </a:solidFill>
                <a:latin typeface="+mj-ea"/>
                <a:ea typeface="+mj-ea"/>
              </a:rPr>
              <a:t>事件处理程序代码</a:t>
            </a:r>
            <a:endParaRPr lang="en-US" altLang="zh-CN" sz="1800" dirty="0">
              <a:solidFill>
                <a:srgbClr val="FF0000"/>
              </a:solidFill>
              <a:latin typeface="+mj-ea"/>
              <a:ea typeface="+mj-ea"/>
            </a:endParaRPr>
          </a:p>
          <a:p>
            <a:pPr marL="365125" lvl="1" indent="0">
              <a:spcBef>
                <a:spcPts val="0"/>
              </a:spcBef>
              <a:spcAft>
                <a:spcPts val="0"/>
              </a:spcAft>
              <a:buClr>
                <a:srgbClr val="0000FA"/>
              </a:buClr>
              <a:buNone/>
            </a:pPr>
            <a:r>
              <a:rPr lang="en-US" altLang="zh-CN" sz="1800" dirty="0">
                <a:solidFill>
                  <a:srgbClr val="FF0000"/>
                </a:solidFill>
                <a:latin typeface="+mj-ea"/>
                <a:ea typeface="+mj-ea"/>
              </a:rPr>
              <a:t>&lt;/script&gt;</a:t>
            </a:r>
          </a:p>
          <a:p>
            <a:pPr lvl="1">
              <a:lnSpc>
                <a:spcPct val="90000"/>
              </a:lnSpc>
              <a:buFont typeface="Wingdings" panose="05000000000000000000" pitchFamily="2" charset="2"/>
              <a:buNone/>
            </a:pPr>
            <a:endParaRPr lang="en-US" altLang="zh-CN" dirty="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p:txBody>
          <a:bodyPr/>
          <a:lstStyle/>
          <a:p>
            <a:pPr lvl="1"/>
            <a:r>
              <a:rPr lang="en-US" altLang="zh-CN" sz="2800" dirty="0">
                <a:solidFill>
                  <a:schemeClr val="tx1"/>
                </a:solidFill>
                <a:latin typeface="微软雅黑" panose="020B0503020204020204" pitchFamily="34" charset="-122"/>
                <a:ea typeface="微软雅黑" panose="020B0503020204020204" pitchFamily="34" charset="-122"/>
              </a:rPr>
              <a:t>15.1.3 </a:t>
            </a:r>
            <a:r>
              <a:rPr lang="zh-CN" altLang="en-US" sz="2800" dirty="0">
                <a:solidFill>
                  <a:schemeClr val="tx1"/>
                </a:solidFill>
                <a:latin typeface="微软雅黑" panose="020B0503020204020204" pitchFamily="34" charset="-122"/>
                <a:ea typeface="微软雅黑" panose="020B0503020204020204" pitchFamily="34" charset="-122"/>
              </a:rPr>
              <a:t>事件处理</a:t>
            </a:r>
            <a:r>
              <a:rPr lang="en-US" altLang="zh-CN" sz="2800" dirty="0">
                <a:solidFill>
                  <a:schemeClr val="tx1"/>
                </a:solidFill>
                <a:latin typeface="微软雅黑" panose="020B0503020204020204" pitchFamily="34" charset="-122"/>
                <a:ea typeface="微软雅黑" panose="020B0503020204020204" pitchFamily="34" charset="-122"/>
              </a:rPr>
              <a:t>-</a:t>
            </a:r>
            <a:r>
              <a:rPr lang="zh-CN" altLang="en-US" sz="2800" dirty="0">
                <a:solidFill>
                  <a:schemeClr val="tx1"/>
                </a:solidFill>
                <a:latin typeface="微软雅黑" panose="020B0503020204020204" pitchFamily="34" charset="-122"/>
                <a:ea typeface="微软雅黑" panose="020B0503020204020204" pitchFamily="34" charset="-122"/>
              </a:rPr>
              <a:t>静态指定</a:t>
            </a:r>
          </a:p>
        </p:txBody>
      </p:sp>
      <p:sp>
        <p:nvSpPr>
          <p:cNvPr id="136195" name="Rectangle 3"/>
          <p:cNvSpPr>
            <a:spLocks noGrp="1" noChangeArrowheads="1"/>
          </p:cNvSpPr>
          <p:nvPr>
            <p:ph idx="1"/>
          </p:nvPr>
        </p:nvSpPr>
        <p:spPr>
          <a:xfrm>
            <a:off x="533400" y="2571751"/>
            <a:ext cx="8509000" cy="2057400"/>
          </a:xfrm>
        </p:spPr>
        <p:txBody>
          <a:bodyPr/>
          <a:lstStyle/>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&lt;!-- edu_15_1_1.html --&gt;</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&lt;script language="</a:t>
            </a:r>
            <a:r>
              <a:rPr lang="en-US" altLang="zh-CN" sz="1400" dirty="0" err="1">
                <a:latin typeface="Verdana" panose="020B0604030504040204" pitchFamily="34" charset="0"/>
                <a:ea typeface="Verdana" panose="020B0604030504040204" pitchFamily="34" charset="0"/>
                <a:cs typeface="Verdana" panose="020B0604030504040204" pitchFamily="34" charset="0"/>
              </a:rPr>
              <a:t>javascript</a:t>
            </a:r>
            <a:r>
              <a:rPr lang="en-US" altLang="zh-CN" sz="1400" dirty="0">
                <a:latin typeface="Verdana" panose="020B0604030504040204" pitchFamily="34" charset="0"/>
                <a:ea typeface="Verdana" panose="020B0604030504040204" pitchFamily="34" charset="0"/>
                <a:cs typeface="Verdana" panose="020B0604030504040204" pitchFamily="34" charset="0"/>
              </a:rPr>
              <a:t>" type="text/</a:t>
            </a:r>
            <a:r>
              <a:rPr lang="en-US" altLang="zh-CN" sz="1400" dirty="0" err="1">
                <a:latin typeface="Verdana" panose="020B0604030504040204" pitchFamily="34" charset="0"/>
                <a:ea typeface="Verdana" panose="020B0604030504040204" pitchFamily="34" charset="0"/>
                <a:cs typeface="Verdana" panose="020B0604030504040204" pitchFamily="34" charset="0"/>
              </a:rPr>
              <a:t>javascript</a:t>
            </a:r>
            <a:r>
              <a:rPr lang="en-US" altLang="zh-CN" sz="1400" dirty="0">
                <a:latin typeface="Verdana" panose="020B0604030504040204" pitchFamily="34" charset="0"/>
                <a:ea typeface="Verdana" panose="020B0604030504040204" pitchFamily="34" charset="0"/>
                <a:cs typeface="Verdana" panose="020B0604030504040204" pitchFamily="34" charset="0"/>
              </a:rPr>
              <a:t>"&gt;</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function </a:t>
            </a:r>
            <a:r>
              <a:rPr lang="en-US" altLang="zh-CN" sz="1400" dirty="0" err="1">
                <a:latin typeface="Verdana" panose="020B0604030504040204" pitchFamily="34" charset="0"/>
                <a:ea typeface="Verdana" panose="020B0604030504040204" pitchFamily="34" charset="0"/>
                <a:cs typeface="Verdana" panose="020B0604030504040204" pitchFamily="34" charset="0"/>
              </a:rPr>
              <a:t>testInfo</a:t>
            </a:r>
            <a:r>
              <a:rPr lang="en-US" altLang="zh-CN" sz="1400" dirty="0">
                <a:latin typeface="Verdana" panose="020B0604030504040204" pitchFamily="34" charset="0"/>
                <a:ea typeface="Verdana" panose="020B0604030504040204" pitchFamily="34" charset="0"/>
                <a:cs typeface="Verdana" panose="020B0604030504040204" pitchFamily="34" charset="0"/>
              </a:rPr>
              <a:t>(</a:t>
            </a:r>
            <a:r>
              <a:rPr lang="en-US" altLang="zh-CN" sz="1400" dirty="0" err="1">
                <a:latin typeface="Verdana" panose="020B0604030504040204" pitchFamily="34" charset="0"/>
                <a:ea typeface="Verdana" panose="020B0604030504040204" pitchFamily="34" charset="0"/>
                <a:cs typeface="Verdana" panose="020B0604030504040204" pitchFamily="34" charset="0"/>
              </a:rPr>
              <a:t>mes</a:t>
            </a:r>
            <a:r>
              <a:rPr lang="en-US" altLang="zh-CN" sz="1400" dirty="0">
                <a:latin typeface="Verdana" panose="020B0604030504040204" pitchFamily="34" charset="0"/>
                <a:ea typeface="Verdana" panose="020B0604030504040204" pitchFamily="34" charset="0"/>
                <a:cs typeface="Verdana" panose="020B0604030504040204" pitchFamily="34" charset="0"/>
              </a:rPr>
              <a:t>) {alert(</a:t>
            </a:r>
            <a:r>
              <a:rPr lang="en-US" altLang="zh-CN" sz="1400" dirty="0" err="1">
                <a:latin typeface="Verdana" panose="020B0604030504040204" pitchFamily="34" charset="0"/>
                <a:ea typeface="Verdana" panose="020B0604030504040204" pitchFamily="34" charset="0"/>
                <a:cs typeface="Verdana" panose="020B0604030504040204" pitchFamily="34" charset="0"/>
              </a:rPr>
              <a:t>mes</a:t>
            </a:r>
            <a:r>
              <a:rPr lang="en-US" altLang="zh-CN" sz="1400" dirty="0">
                <a:latin typeface="Verdana" panose="020B0604030504040204" pitchFamily="34" charset="0"/>
                <a:ea typeface="Verdana" panose="020B0604030504040204" pitchFamily="34" charset="0"/>
                <a:cs typeface="Verdana" panose="020B0604030504040204" pitchFamily="34" charset="0"/>
              </a:rPr>
              <a:t>);}</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&lt;/script&gt;	</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&lt;body&gt;</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&lt;h2&gt;HTML</a:t>
            </a:r>
            <a:r>
              <a:rPr lang="zh-CN" altLang="en-US" sz="1400" dirty="0">
                <a:latin typeface="Verdana" panose="020B0604030504040204" pitchFamily="34" charset="0"/>
                <a:ea typeface="宋体" panose="02010600030101010101" pitchFamily="2" charset="-122"/>
                <a:cs typeface="Verdana" panose="020B0604030504040204" pitchFamily="34" charset="0"/>
              </a:rPr>
              <a:t>属性的事件处理器举例</a:t>
            </a:r>
            <a:r>
              <a:rPr lang="en-US" altLang="zh-CN" sz="1400" dirty="0">
                <a:latin typeface="Verdana" panose="020B0604030504040204" pitchFamily="34" charset="0"/>
                <a:ea typeface="Verdana" panose="020B0604030504040204" pitchFamily="34" charset="0"/>
                <a:cs typeface="Verdana" panose="020B0604030504040204" pitchFamily="34" charset="0"/>
              </a:rPr>
              <a:t>&lt;/h2&gt;</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&lt;input type="button" value="</a:t>
            </a:r>
            <a:r>
              <a:rPr lang="zh-CN" altLang="en-US" sz="1400" dirty="0">
                <a:latin typeface="Verdana" panose="020B0604030504040204" pitchFamily="34" charset="0"/>
                <a:ea typeface="宋体" panose="02010600030101010101" pitchFamily="2" charset="-122"/>
                <a:cs typeface="Verdana" panose="020B0604030504040204" pitchFamily="34" charset="0"/>
              </a:rPr>
              <a:t>直接通过</a:t>
            </a:r>
            <a:r>
              <a:rPr lang="en-US" altLang="zh-CN" sz="1400" dirty="0">
                <a:latin typeface="Verdana" panose="020B0604030504040204" pitchFamily="34" charset="0"/>
                <a:ea typeface="Verdana" panose="020B0604030504040204" pitchFamily="34" charset="0"/>
                <a:cs typeface="Verdana" panose="020B0604030504040204" pitchFamily="34" charset="0"/>
              </a:rPr>
              <a:t>JS</a:t>
            </a:r>
            <a:r>
              <a:rPr lang="zh-CN" altLang="en-US" sz="1400" dirty="0">
                <a:latin typeface="Verdana" panose="020B0604030504040204" pitchFamily="34" charset="0"/>
                <a:ea typeface="宋体" panose="02010600030101010101" pitchFamily="2" charset="-122"/>
                <a:cs typeface="Verdana" panose="020B0604030504040204" pitchFamily="34" charset="0"/>
              </a:rPr>
              <a:t>语句输出信息</a:t>
            </a:r>
            <a:r>
              <a:rPr lang="en-US" altLang="zh-CN" sz="1400" dirty="0">
                <a:latin typeface="Verdana" panose="020B0604030504040204" pitchFamily="34" charset="0"/>
                <a:ea typeface="Verdana" panose="020B0604030504040204" pitchFamily="34" charset="0"/>
                <a:cs typeface="Verdana" panose="020B0604030504040204" pitchFamily="34" charset="0"/>
              </a:rPr>
              <a:t>"  </a:t>
            </a:r>
            <a:r>
              <a:rPr lang="en-US" altLang="zh-CN" sz="1400" dirty="0" err="1">
                <a:solidFill>
                  <a:srgbClr val="FF0000"/>
                </a:solidFill>
                <a:latin typeface="Verdana" panose="020B0604030504040204" pitchFamily="34" charset="0"/>
                <a:ea typeface="Verdana" panose="020B0604030504040204" pitchFamily="34" charset="0"/>
                <a:cs typeface="Verdana" panose="020B0604030504040204" pitchFamily="34" charset="0"/>
              </a:rPr>
              <a:t>onclick</a:t>
            </a:r>
            <a:r>
              <a:rPr lang="en-US" altLang="zh-CN" sz="1400" dirty="0">
                <a:solidFill>
                  <a:srgbClr val="FF0000"/>
                </a:solidFill>
                <a:latin typeface="Verdana" panose="020B0604030504040204" pitchFamily="34" charset="0"/>
                <a:ea typeface="Verdana" panose="020B0604030504040204" pitchFamily="34" charset="0"/>
                <a:cs typeface="Verdana" panose="020B0604030504040204" pitchFamily="34" charset="0"/>
              </a:rPr>
              <a:t>="alert('</a:t>
            </a:r>
            <a:r>
              <a:rPr lang="zh-CN" altLang="en-US" sz="1400" dirty="0">
                <a:solidFill>
                  <a:srgbClr val="FF0000"/>
                </a:solidFill>
                <a:latin typeface="Verdana" panose="020B0604030504040204" pitchFamily="34" charset="0"/>
                <a:ea typeface="宋体" panose="02010600030101010101" pitchFamily="2" charset="-122"/>
                <a:cs typeface="Verdana" panose="020B0604030504040204" pitchFamily="34" charset="0"/>
              </a:rPr>
              <a:t>单击按钮，直接输出信息</a:t>
            </a:r>
            <a:r>
              <a:rPr lang="en-US" altLang="zh-CN" sz="1400" dirty="0">
                <a:solidFill>
                  <a:srgbClr val="FF0000"/>
                </a:solidFill>
                <a:latin typeface="Verdana" panose="020B0604030504040204" pitchFamily="34" charset="0"/>
                <a:ea typeface="Verdana" panose="020B0604030504040204" pitchFamily="34" charset="0"/>
                <a:cs typeface="Verdana" panose="020B0604030504040204" pitchFamily="34" charset="0"/>
              </a:rPr>
              <a:t>')"</a:t>
            </a:r>
            <a:r>
              <a:rPr lang="en-US" altLang="zh-CN" sz="1400" dirty="0">
                <a:latin typeface="Verdana" panose="020B0604030504040204" pitchFamily="34" charset="0"/>
                <a:ea typeface="Verdana" panose="020B0604030504040204" pitchFamily="34" charset="0"/>
                <a:cs typeface="Verdana" panose="020B0604030504040204" pitchFamily="34" charset="0"/>
              </a:rPr>
              <a:t>&gt;</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&lt;input type="button" value="</a:t>
            </a:r>
            <a:r>
              <a:rPr lang="zh-CN" altLang="en-US" sz="1400" dirty="0">
                <a:latin typeface="Verdana" panose="020B0604030504040204" pitchFamily="34" charset="0"/>
                <a:ea typeface="宋体" panose="02010600030101010101" pitchFamily="2" charset="-122"/>
                <a:cs typeface="Verdana" panose="020B0604030504040204" pitchFamily="34" charset="0"/>
              </a:rPr>
              <a:t>通过函数输出信息</a:t>
            </a:r>
            <a:r>
              <a:rPr lang="en-US" altLang="zh-CN" sz="1400" dirty="0">
                <a:latin typeface="Verdana" panose="020B0604030504040204" pitchFamily="34" charset="0"/>
                <a:ea typeface="Verdana" panose="020B0604030504040204" pitchFamily="34" charset="0"/>
                <a:cs typeface="Verdana" panose="020B0604030504040204" pitchFamily="34" charset="0"/>
              </a:rPr>
              <a:t>" </a:t>
            </a:r>
            <a:r>
              <a:rPr lang="en-US" altLang="zh-CN" sz="1400" dirty="0" err="1">
                <a:solidFill>
                  <a:srgbClr val="FF0000"/>
                </a:solidFill>
                <a:latin typeface="Verdana" panose="020B0604030504040204" pitchFamily="34" charset="0"/>
                <a:ea typeface="Verdana" panose="020B0604030504040204" pitchFamily="34" charset="0"/>
                <a:cs typeface="Verdana" panose="020B0604030504040204" pitchFamily="34" charset="0"/>
              </a:rPr>
              <a:t>onclick</a:t>
            </a:r>
            <a:r>
              <a:rPr lang="en-US" altLang="zh-CN" sz="1400" dirty="0">
                <a:solidFill>
                  <a:srgbClr val="FF0000"/>
                </a:solidFill>
                <a:latin typeface="Verdana" panose="020B0604030504040204" pitchFamily="34" charset="0"/>
                <a:ea typeface="Verdana" panose="020B0604030504040204" pitchFamily="34" charset="0"/>
                <a:cs typeface="Verdana" panose="020B0604030504040204" pitchFamily="34" charset="0"/>
              </a:rPr>
              <a:t>="</a:t>
            </a:r>
            <a:r>
              <a:rPr lang="en-US" altLang="zh-CN" sz="1400" dirty="0" err="1">
                <a:solidFill>
                  <a:srgbClr val="FF0000"/>
                </a:solidFill>
                <a:latin typeface="Verdana" panose="020B0604030504040204" pitchFamily="34" charset="0"/>
                <a:ea typeface="Verdana" panose="020B0604030504040204" pitchFamily="34" charset="0"/>
                <a:cs typeface="Verdana" panose="020B0604030504040204" pitchFamily="34" charset="0"/>
              </a:rPr>
              <a:t>testInfo</a:t>
            </a:r>
            <a:r>
              <a:rPr lang="en-US" altLang="zh-CN" sz="1400" dirty="0">
                <a:solidFill>
                  <a:srgbClr val="FF0000"/>
                </a:solidFill>
                <a:latin typeface="Verdana" panose="020B0604030504040204" pitchFamily="34" charset="0"/>
                <a:ea typeface="Verdana" panose="020B0604030504040204" pitchFamily="34" charset="0"/>
                <a:cs typeface="Verdana" panose="020B0604030504040204" pitchFamily="34" charset="0"/>
              </a:rPr>
              <a:t>('</a:t>
            </a:r>
            <a:r>
              <a:rPr lang="zh-CN" altLang="en-US" sz="1400" dirty="0">
                <a:solidFill>
                  <a:srgbClr val="FF0000"/>
                </a:solidFill>
                <a:latin typeface="Verdana" panose="020B0604030504040204" pitchFamily="34" charset="0"/>
                <a:ea typeface="宋体" panose="02010600030101010101" pitchFamily="2" charset="-122"/>
                <a:cs typeface="Verdana" panose="020B0604030504040204" pitchFamily="34" charset="0"/>
              </a:rPr>
              <a:t>单击按钮，调用函数输出信息</a:t>
            </a:r>
            <a:r>
              <a:rPr lang="en-US" altLang="zh-CN" sz="1400" dirty="0">
                <a:solidFill>
                  <a:srgbClr val="FF0000"/>
                </a:solidFill>
                <a:latin typeface="Verdana" panose="020B0604030504040204" pitchFamily="34" charset="0"/>
                <a:ea typeface="Verdana" panose="020B0604030504040204" pitchFamily="34" charset="0"/>
                <a:cs typeface="Verdana" panose="020B0604030504040204" pitchFamily="34" charset="0"/>
              </a:rPr>
              <a:t>')"</a:t>
            </a:r>
            <a:r>
              <a:rPr lang="en-US" altLang="zh-CN" sz="1400" dirty="0">
                <a:latin typeface="Verdana" panose="020B0604030504040204" pitchFamily="34" charset="0"/>
                <a:ea typeface="Verdana" panose="020B0604030504040204" pitchFamily="34" charset="0"/>
                <a:cs typeface="Verdana" panose="020B0604030504040204" pitchFamily="34" charset="0"/>
              </a:rPr>
              <a:t>&gt;</a:t>
            </a:r>
          </a:p>
          <a:p>
            <a:pPr>
              <a:lnSpc>
                <a:spcPts val="1400"/>
              </a:lnSpc>
              <a:spcBef>
                <a:spcPts val="0"/>
              </a:spcBef>
              <a:spcAft>
                <a:spcPts val="0"/>
              </a:spcAft>
              <a:buNone/>
            </a:pPr>
            <a:r>
              <a:rPr lang="en-US" altLang="zh-CN" sz="1400" dirty="0">
                <a:latin typeface="Verdana" panose="020B0604030504040204" pitchFamily="34" charset="0"/>
                <a:ea typeface="Verdana" panose="020B0604030504040204" pitchFamily="34" charset="0"/>
                <a:cs typeface="Verdana" panose="020B0604030504040204" pitchFamily="34" charset="0"/>
              </a:rPr>
              <a:t>	&lt;/body&gt;</a:t>
            </a:r>
          </a:p>
        </p:txBody>
      </p:sp>
      <p:sp>
        <p:nvSpPr>
          <p:cNvPr id="6" name="矩形 5"/>
          <p:cNvSpPr/>
          <p:nvPr/>
        </p:nvSpPr>
        <p:spPr>
          <a:xfrm>
            <a:off x="533400" y="819150"/>
            <a:ext cx="8534400" cy="1723549"/>
          </a:xfrm>
          <a:prstGeom prst="rect">
            <a:avLst/>
          </a:prstGeom>
        </p:spPr>
        <p:txBody>
          <a:bodyPr wrap="square">
            <a:spAutoFit/>
          </a:bodyPr>
          <a:lstStyle/>
          <a:p>
            <a:pPr marL="0" lvl="1">
              <a:lnSpc>
                <a:spcPct val="100000"/>
              </a:lnSpc>
              <a:spcBef>
                <a:spcPts val="0"/>
              </a:spcBef>
            </a:pPr>
            <a:r>
              <a:rPr lang="zh-CN" altLang="en-US" b="0" dirty="0">
                <a:latin typeface="微软雅黑" panose="020B0503020204020204" pitchFamily="34" charset="-122"/>
                <a:ea typeface="微软雅黑" panose="020B0503020204020204" pitchFamily="34" charset="-122"/>
              </a:rPr>
              <a:t>基本语法：</a:t>
            </a:r>
            <a:r>
              <a:rPr lang="en-US" altLang="zh-CN" sz="1800" b="0" dirty="0">
                <a:solidFill>
                  <a:srgbClr val="FF3300"/>
                </a:solidFill>
                <a:latin typeface="微软雅黑" panose="020B0503020204020204" pitchFamily="34" charset="-122"/>
                <a:ea typeface="微软雅黑" panose="020B0503020204020204" pitchFamily="34" charset="-122"/>
              </a:rPr>
              <a:t>&lt;</a:t>
            </a:r>
            <a:r>
              <a:rPr lang="zh-CN" altLang="en-US" sz="1800" b="0" dirty="0">
                <a:solidFill>
                  <a:srgbClr val="FF3300"/>
                </a:solidFill>
                <a:latin typeface="微软雅黑" panose="020B0503020204020204" pitchFamily="34" charset="-122"/>
                <a:ea typeface="微软雅黑" panose="020B0503020204020204" pitchFamily="34" charset="-122"/>
              </a:rPr>
              <a:t>标记 </a:t>
            </a:r>
            <a:r>
              <a:rPr lang="en-US" altLang="zh-CN" sz="1800" b="0" dirty="0">
                <a:solidFill>
                  <a:srgbClr val="FF3300"/>
                </a:solidFill>
                <a:latin typeface="微软雅黑" panose="020B0503020204020204" pitchFamily="34" charset="-122"/>
                <a:ea typeface="微软雅黑" panose="020B0503020204020204" pitchFamily="34" charset="-122"/>
              </a:rPr>
              <a:t>... </a:t>
            </a:r>
            <a:r>
              <a:rPr lang="zh-CN" altLang="en-US" sz="1800" b="0" dirty="0">
                <a:solidFill>
                  <a:srgbClr val="FF3300"/>
                </a:solidFill>
                <a:latin typeface="微软雅黑" panose="020B0503020204020204" pitchFamily="34" charset="-122"/>
                <a:ea typeface="微软雅黑" panose="020B0503020204020204" pitchFamily="34" charset="-122"/>
              </a:rPr>
              <a:t>事件句柄</a:t>
            </a:r>
            <a:r>
              <a:rPr lang="en-US" altLang="zh-CN" sz="1800" b="0" dirty="0">
                <a:solidFill>
                  <a:srgbClr val="FF3300"/>
                </a:solidFill>
                <a:latin typeface="微软雅黑" panose="020B0503020204020204" pitchFamily="34" charset="-122"/>
                <a:ea typeface="微软雅黑" panose="020B0503020204020204" pitchFamily="34" charset="-122"/>
              </a:rPr>
              <a:t>1="</a:t>
            </a:r>
            <a:r>
              <a:rPr lang="zh-CN" altLang="en-US" sz="1800" b="0" dirty="0">
                <a:solidFill>
                  <a:srgbClr val="FF3300"/>
                </a:solidFill>
                <a:latin typeface="微软雅黑" panose="020B0503020204020204" pitchFamily="34" charset="-122"/>
                <a:ea typeface="微软雅黑" panose="020B0503020204020204" pitchFamily="34" charset="-122"/>
              </a:rPr>
              <a:t>事件处理程序</a:t>
            </a:r>
            <a:r>
              <a:rPr lang="en-US" altLang="zh-CN" sz="1800" b="0" dirty="0">
                <a:solidFill>
                  <a:srgbClr val="FF3300"/>
                </a:solidFill>
                <a:latin typeface="微软雅黑" panose="020B0503020204020204" pitchFamily="34" charset="-122"/>
                <a:ea typeface="微软雅黑" panose="020B0503020204020204" pitchFamily="34" charset="-122"/>
              </a:rPr>
              <a:t>1" [</a:t>
            </a:r>
            <a:r>
              <a:rPr lang="zh-CN" altLang="en-US" sz="1800" b="0" dirty="0">
                <a:solidFill>
                  <a:srgbClr val="FF3300"/>
                </a:solidFill>
                <a:latin typeface="微软雅黑" panose="020B0503020204020204" pitchFamily="34" charset="-122"/>
                <a:ea typeface="微软雅黑" panose="020B0503020204020204" pitchFamily="34" charset="-122"/>
              </a:rPr>
              <a:t>事件句柄</a:t>
            </a:r>
            <a:r>
              <a:rPr lang="en-US" altLang="zh-CN" sz="1800" b="0" dirty="0">
                <a:solidFill>
                  <a:srgbClr val="FF3300"/>
                </a:solidFill>
                <a:latin typeface="微软雅黑" panose="020B0503020204020204" pitchFamily="34" charset="-122"/>
                <a:ea typeface="微软雅黑" panose="020B0503020204020204" pitchFamily="34" charset="-122"/>
              </a:rPr>
              <a:t>2</a:t>
            </a:r>
            <a:r>
              <a:rPr lang="zh-CN" altLang="en-US" sz="1800" dirty="0">
                <a:latin typeface="微软雅黑" panose="020B0503020204020204" pitchFamily="34" charset="-122"/>
                <a:ea typeface="微软雅黑" panose="020B0503020204020204" pitchFamily="34" charset="-122"/>
              </a:rPr>
              <a:t> </a:t>
            </a:r>
            <a:r>
              <a:rPr lang="en-US" altLang="zh-CN" sz="1800" b="0" dirty="0">
                <a:solidFill>
                  <a:srgbClr val="FF3300"/>
                </a:solidFill>
                <a:latin typeface="微软雅黑" panose="020B0503020204020204" pitchFamily="34" charset="-122"/>
                <a:ea typeface="微软雅黑" panose="020B0503020204020204" pitchFamily="34" charset="-122"/>
              </a:rPr>
              <a:t>="</a:t>
            </a:r>
            <a:r>
              <a:rPr lang="zh-CN" altLang="en-US" sz="1800" b="0" dirty="0">
                <a:solidFill>
                  <a:srgbClr val="FF3300"/>
                </a:solidFill>
                <a:latin typeface="微软雅黑" panose="020B0503020204020204" pitchFamily="34" charset="-122"/>
                <a:ea typeface="微软雅黑" panose="020B0503020204020204" pitchFamily="34" charset="-122"/>
              </a:rPr>
              <a:t>事件处理程序</a:t>
            </a:r>
            <a:r>
              <a:rPr lang="en-US" altLang="zh-CN" sz="1800" b="0" dirty="0">
                <a:solidFill>
                  <a:srgbClr val="FF3300"/>
                </a:solidFill>
                <a:latin typeface="微软雅黑" panose="020B0503020204020204" pitchFamily="34" charset="-122"/>
                <a:ea typeface="微软雅黑" panose="020B0503020204020204" pitchFamily="34" charset="-122"/>
              </a:rPr>
              <a:t>2" ...]</a:t>
            </a:r>
            <a:endParaRPr lang="en-US" altLang="zh-CN" b="0" dirty="0">
              <a:solidFill>
                <a:srgbClr val="FF3300"/>
              </a:solidFill>
              <a:latin typeface="微软雅黑" panose="020B0503020204020204" pitchFamily="34" charset="-122"/>
              <a:ea typeface="微软雅黑" panose="020B0503020204020204" pitchFamily="34" charset="-122"/>
            </a:endParaRPr>
          </a:p>
          <a:p>
            <a:pPr marL="0" lvl="1">
              <a:lnSpc>
                <a:spcPct val="100000"/>
              </a:lnSpc>
              <a:spcBef>
                <a:spcPts val="0"/>
              </a:spcBef>
            </a:pPr>
            <a:r>
              <a:rPr lang="zh-CN" altLang="en-US" b="0" dirty="0">
                <a:solidFill>
                  <a:schemeClr val="tx2"/>
                </a:solidFill>
                <a:latin typeface="微软雅黑" panose="020B0503020204020204" pitchFamily="34" charset="-122"/>
                <a:ea typeface="微软雅黑" panose="020B0503020204020204" pitchFamily="34" charset="-122"/>
              </a:rPr>
              <a:t>语法说明：一个标记可以同时指定</a:t>
            </a:r>
            <a:r>
              <a:rPr lang="zh-CN" altLang="en-US" dirty="0">
                <a:solidFill>
                  <a:srgbClr val="FF3300"/>
                </a:solidFill>
                <a:latin typeface="微软雅黑" panose="020B0503020204020204" pitchFamily="34" charset="-122"/>
                <a:ea typeface="微软雅黑" panose="020B0503020204020204" pitchFamily="34" charset="-122"/>
              </a:rPr>
              <a:t>多个事件处理程序</a:t>
            </a:r>
            <a:r>
              <a:rPr lang="zh-CN" altLang="en-US" b="0" dirty="0">
                <a:solidFill>
                  <a:schemeClr val="tx2"/>
                </a:solidFill>
                <a:latin typeface="微软雅黑" panose="020B0503020204020204" pitchFamily="34" charset="-122"/>
                <a:ea typeface="微软雅黑" panose="020B0503020204020204" pitchFamily="34" charset="-122"/>
              </a:rPr>
              <a:t>，事件处理程序既可以是</a:t>
            </a:r>
            <a:r>
              <a:rPr lang="en-US" altLang="zh-CN" b="0" dirty="0">
                <a:solidFill>
                  <a:schemeClr val="tx2"/>
                </a:solidFill>
                <a:latin typeface="微软雅黑" panose="020B0503020204020204" pitchFamily="34" charset="-122"/>
                <a:ea typeface="微软雅黑" panose="020B0503020204020204" pitchFamily="34" charset="-122"/>
              </a:rPr>
              <a:t>&lt;script&gt;</a:t>
            </a:r>
            <a:r>
              <a:rPr lang="zh-CN" altLang="en-US" b="0" dirty="0">
                <a:solidFill>
                  <a:schemeClr val="tx2"/>
                </a:solidFill>
                <a:latin typeface="微软雅黑" panose="020B0503020204020204" pitchFamily="34" charset="-122"/>
                <a:ea typeface="微软雅黑" panose="020B0503020204020204" pitchFamily="34" charset="-122"/>
              </a:rPr>
              <a:t>标记中的自定义函数，还可以直接将事件处理代码写在此位置。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6195">
                                            <p:txEl>
                                              <p:pRg st="0" end="0"/>
                                            </p:txEl>
                                          </p:spTgt>
                                        </p:tgtEl>
                                        <p:attrNameLst>
                                          <p:attrName>style.visibility</p:attrName>
                                        </p:attrNameLst>
                                      </p:cBhvr>
                                      <p:to>
                                        <p:strVal val="visible"/>
                                      </p:to>
                                    </p:set>
                                    <p:anim calcmode="lin" valueType="num">
                                      <p:cBhvr additive="base">
                                        <p:cTn id="13" dur="500" fill="hold"/>
                                        <p:tgtEl>
                                          <p:spTgt spid="13619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61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6195">
                                            <p:txEl>
                                              <p:pRg st="1" end="1"/>
                                            </p:txEl>
                                          </p:spTgt>
                                        </p:tgtEl>
                                        <p:attrNameLst>
                                          <p:attrName>style.visibility</p:attrName>
                                        </p:attrNameLst>
                                      </p:cBhvr>
                                      <p:to>
                                        <p:strVal val="visible"/>
                                      </p:to>
                                    </p:set>
                                    <p:anim calcmode="lin" valueType="num">
                                      <p:cBhvr additive="base">
                                        <p:cTn id="19" dur="500" fill="hold"/>
                                        <p:tgtEl>
                                          <p:spTgt spid="13619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61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6195">
                                            <p:txEl>
                                              <p:pRg st="2" end="2"/>
                                            </p:txEl>
                                          </p:spTgt>
                                        </p:tgtEl>
                                        <p:attrNameLst>
                                          <p:attrName>style.visibility</p:attrName>
                                        </p:attrNameLst>
                                      </p:cBhvr>
                                      <p:to>
                                        <p:strVal val="visible"/>
                                      </p:to>
                                    </p:set>
                                    <p:anim calcmode="lin" valueType="num">
                                      <p:cBhvr additive="base">
                                        <p:cTn id="25" dur="500" fill="hold"/>
                                        <p:tgtEl>
                                          <p:spTgt spid="136195">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61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6195">
                                            <p:txEl>
                                              <p:pRg st="3" end="3"/>
                                            </p:txEl>
                                          </p:spTgt>
                                        </p:tgtEl>
                                        <p:attrNameLst>
                                          <p:attrName>style.visibility</p:attrName>
                                        </p:attrNameLst>
                                      </p:cBhvr>
                                      <p:to>
                                        <p:strVal val="visible"/>
                                      </p:to>
                                    </p:set>
                                    <p:anim calcmode="lin" valueType="num">
                                      <p:cBhvr additive="base">
                                        <p:cTn id="31" dur="500" fill="hold"/>
                                        <p:tgtEl>
                                          <p:spTgt spid="136195">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61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6195">
                                            <p:txEl>
                                              <p:pRg st="4" end="4"/>
                                            </p:txEl>
                                          </p:spTgt>
                                        </p:tgtEl>
                                        <p:attrNameLst>
                                          <p:attrName>style.visibility</p:attrName>
                                        </p:attrNameLst>
                                      </p:cBhvr>
                                      <p:to>
                                        <p:strVal val="visible"/>
                                      </p:to>
                                    </p:set>
                                    <p:anim calcmode="lin" valueType="num">
                                      <p:cBhvr additive="base">
                                        <p:cTn id="37" dur="500" fill="hold"/>
                                        <p:tgtEl>
                                          <p:spTgt spid="136195">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61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6195">
                                            <p:txEl>
                                              <p:pRg st="5" end="5"/>
                                            </p:txEl>
                                          </p:spTgt>
                                        </p:tgtEl>
                                        <p:attrNameLst>
                                          <p:attrName>style.visibility</p:attrName>
                                        </p:attrNameLst>
                                      </p:cBhvr>
                                      <p:to>
                                        <p:strVal val="visible"/>
                                      </p:to>
                                    </p:set>
                                    <p:anim calcmode="lin" valueType="num">
                                      <p:cBhvr additive="base">
                                        <p:cTn id="43" dur="500" fill="hold"/>
                                        <p:tgtEl>
                                          <p:spTgt spid="136195">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3619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36195">
                                            <p:txEl>
                                              <p:pRg st="6" end="6"/>
                                            </p:txEl>
                                          </p:spTgt>
                                        </p:tgtEl>
                                        <p:attrNameLst>
                                          <p:attrName>style.visibility</p:attrName>
                                        </p:attrNameLst>
                                      </p:cBhvr>
                                      <p:to>
                                        <p:strVal val="visible"/>
                                      </p:to>
                                    </p:set>
                                    <p:anim calcmode="lin" valueType="num">
                                      <p:cBhvr additive="base">
                                        <p:cTn id="49" dur="500" fill="hold"/>
                                        <p:tgtEl>
                                          <p:spTgt spid="136195">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3619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36195">
                                            <p:txEl>
                                              <p:pRg st="7" end="7"/>
                                            </p:txEl>
                                          </p:spTgt>
                                        </p:tgtEl>
                                        <p:attrNameLst>
                                          <p:attrName>style.visibility</p:attrName>
                                        </p:attrNameLst>
                                      </p:cBhvr>
                                      <p:to>
                                        <p:strVal val="visible"/>
                                      </p:to>
                                    </p:set>
                                    <p:anim calcmode="lin" valueType="num">
                                      <p:cBhvr additive="base">
                                        <p:cTn id="55" dur="500" fill="hold"/>
                                        <p:tgtEl>
                                          <p:spTgt spid="136195">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3619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36195">
                                            <p:txEl>
                                              <p:pRg st="8" end="8"/>
                                            </p:txEl>
                                          </p:spTgt>
                                        </p:tgtEl>
                                        <p:attrNameLst>
                                          <p:attrName>style.visibility</p:attrName>
                                        </p:attrNameLst>
                                      </p:cBhvr>
                                      <p:to>
                                        <p:strVal val="visible"/>
                                      </p:to>
                                    </p:set>
                                    <p:anim calcmode="lin" valueType="num">
                                      <p:cBhvr additive="base">
                                        <p:cTn id="61" dur="500" fill="hold"/>
                                        <p:tgtEl>
                                          <p:spTgt spid="136195">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3619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5" grpId="0" build="p"/>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r>
              <a:rPr lang="en-US" altLang="zh-CN" sz="2800" dirty="0"/>
              <a:t>15.1.3 </a:t>
            </a:r>
            <a:r>
              <a:rPr lang="zh-CN" altLang="en-US" sz="2800" dirty="0"/>
              <a:t>事件处理</a:t>
            </a:r>
            <a:r>
              <a:rPr lang="en-US" altLang="zh-CN" sz="2800" dirty="0"/>
              <a:t>-</a:t>
            </a:r>
            <a:r>
              <a:rPr lang="zh-CN" altLang="en-US" sz="2800" dirty="0"/>
              <a:t>动态指定 </a:t>
            </a:r>
          </a:p>
        </p:txBody>
      </p:sp>
      <p:sp>
        <p:nvSpPr>
          <p:cNvPr id="4" name="Rectangle 6"/>
          <p:cNvSpPr>
            <a:spLocks noChangeArrowheads="1"/>
          </p:cNvSpPr>
          <p:nvPr/>
        </p:nvSpPr>
        <p:spPr bwMode="gray">
          <a:xfrm>
            <a:off x="533400" y="800962"/>
            <a:ext cx="8534399" cy="1046440"/>
          </a:xfrm>
          <a:prstGeom prst="rect">
            <a:avLst/>
          </a:prstGeom>
          <a:solidFill>
            <a:schemeClr val="bg1"/>
          </a:solidFill>
          <a:ln w="38100" algn="ctr">
            <a:noFill/>
            <a:miter lim="800000"/>
          </a:ln>
          <a:effectLst/>
        </p:spPr>
        <p:txBody>
          <a:bodyPr wrap="square">
            <a:spAutoFit/>
          </a:bodyPr>
          <a:lstStyle/>
          <a:p>
            <a:pPr algn="l">
              <a:lnSpc>
                <a:spcPct val="100000"/>
              </a:lnSpc>
              <a:spcBef>
                <a:spcPts val="0"/>
              </a:spcBef>
            </a:pPr>
            <a:r>
              <a:rPr kumimoji="0" lang="zh-CN" altLang="en-US" b="0" dirty="0">
                <a:latin typeface="微软雅黑" panose="020B0503020204020204" pitchFamily="34" charset="-122"/>
                <a:ea typeface="微软雅黑" panose="020B0503020204020204" pitchFamily="34" charset="-122"/>
              </a:rPr>
              <a:t>事件处理程序在</a:t>
            </a:r>
            <a:r>
              <a:rPr kumimoji="0" lang="en-US" altLang="zh-CN" b="0" dirty="0">
                <a:latin typeface="微软雅黑" panose="020B0503020204020204" pitchFamily="34" charset="-122"/>
                <a:ea typeface="微软雅黑" panose="020B0503020204020204" pitchFamily="34" charset="-122"/>
              </a:rPr>
              <a:t>JavaScript</a:t>
            </a:r>
            <a:r>
              <a:rPr kumimoji="0" lang="zh-CN" altLang="en-US" b="0" dirty="0">
                <a:latin typeface="微软雅黑" panose="020B0503020204020204" pitchFamily="34" charset="-122"/>
                <a:ea typeface="微软雅黑" panose="020B0503020204020204" pitchFamily="34" charset="-122"/>
              </a:rPr>
              <a:t>中动态指定</a:t>
            </a:r>
            <a:r>
              <a:rPr kumimoji="0" lang="en-US" altLang="zh-CN" b="0" dirty="0">
                <a:latin typeface="微软雅黑" panose="020B0503020204020204" pitchFamily="34" charset="-122"/>
                <a:ea typeface="微软雅黑" panose="020B0503020204020204" pitchFamily="34" charset="-122"/>
              </a:rPr>
              <a:t>(</a:t>
            </a:r>
            <a:r>
              <a:rPr kumimoji="0" lang="zh-CN" altLang="en-US" b="0" dirty="0">
                <a:latin typeface="微软雅黑" panose="020B0503020204020204" pitchFamily="34" charset="-122"/>
                <a:ea typeface="微软雅黑" panose="020B0503020204020204" pitchFamily="34" charset="-122"/>
              </a:rPr>
              <a:t>分配</a:t>
            </a:r>
            <a:r>
              <a:rPr kumimoji="0" lang="en-US" altLang="zh-CN" b="0" dirty="0">
                <a:latin typeface="微软雅黑" panose="020B0503020204020204" pitchFamily="34" charset="-122"/>
                <a:ea typeface="微软雅黑" panose="020B0503020204020204" pitchFamily="34" charset="-122"/>
              </a:rPr>
              <a:t>)</a:t>
            </a:r>
            <a:r>
              <a:rPr kumimoji="0" lang="zh-CN" altLang="en-US" b="0" dirty="0">
                <a:latin typeface="微软雅黑" panose="020B0503020204020204" pitchFamily="34" charset="-122"/>
                <a:ea typeface="微软雅黑" panose="020B0503020204020204" pitchFamily="34" charset="-122"/>
              </a:rPr>
              <a:t>：</a:t>
            </a:r>
          </a:p>
          <a:p>
            <a:pPr algn="l">
              <a:lnSpc>
                <a:spcPct val="100000"/>
              </a:lnSpc>
              <a:spcBef>
                <a:spcPts val="0"/>
              </a:spcBef>
            </a:pPr>
            <a:r>
              <a:rPr kumimoji="0" lang="en-US" altLang="zh-CN" b="0" dirty="0">
                <a:latin typeface="微软雅黑" panose="020B0503020204020204" pitchFamily="34" charset="-122"/>
                <a:ea typeface="微软雅黑" panose="020B0503020204020204" pitchFamily="34" charset="-122"/>
              </a:rPr>
              <a:t>      </a:t>
            </a:r>
            <a:r>
              <a:rPr kumimoji="0" lang="en-US" altLang="zh-CN" sz="1800" b="0" dirty="0">
                <a:solidFill>
                  <a:srgbClr val="FF0000"/>
                </a:solidFill>
                <a:latin typeface="微软雅黑" panose="020B0503020204020204" pitchFamily="34" charset="-122"/>
                <a:ea typeface="微软雅黑" panose="020B0503020204020204" pitchFamily="34" charset="-122"/>
              </a:rPr>
              <a:t>&lt;</a:t>
            </a:r>
            <a:r>
              <a:rPr kumimoji="0" lang="zh-CN" altLang="en-US" sz="1800" b="0" dirty="0">
                <a:solidFill>
                  <a:srgbClr val="FF0000"/>
                </a:solidFill>
                <a:latin typeface="微软雅黑" panose="020B0503020204020204" pitchFamily="34" charset="-122"/>
                <a:ea typeface="微软雅黑" panose="020B0503020204020204" pitchFamily="34" charset="-122"/>
              </a:rPr>
              <a:t>事件主角</a:t>
            </a:r>
            <a:r>
              <a:rPr kumimoji="0" lang="en-US" altLang="zh-CN" sz="1800" b="0" dirty="0">
                <a:solidFill>
                  <a:srgbClr val="FF0000"/>
                </a:solidFill>
                <a:latin typeface="微软雅黑" panose="020B0503020204020204" pitchFamily="34" charset="-122"/>
                <a:ea typeface="微软雅黑" panose="020B0503020204020204" pitchFamily="34" charset="-122"/>
              </a:rPr>
              <a:t>-</a:t>
            </a:r>
            <a:r>
              <a:rPr kumimoji="0" lang="zh-CN" altLang="en-US" sz="1800" b="0" dirty="0">
                <a:solidFill>
                  <a:srgbClr val="FF0000"/>
                </a:solidFill>
                <a:latin typeface="微软雅黑" panose="020B0503020204020204" pitchFamily="34" charset="-122"/>
                <a:ea typeface="微软雅黑" panose="020B0503020204020204" pitchFamily="34" charset="-122"/>
              </a:rPr>
              <a:t>对象</a:t>
            </a:r>
            <a:r>
              <a:rPr kumimoji="0" lang="en-US" altLang="zh-CN" sz="1800" b="0" dirty="0">
                <a:solidFill>
                  <a:srgbClr val="FF0000"/>
                </a:solidFill>
                <a:latin typeface="微软雅黑" panose="020B0503020204020204" pitchFamily="34" charset="-122"/>
                <a:ea typeface="微软雅黑" panose="020B0503020204020204" pitchFamily="34" charset="-122"/>
              </a:rPr>
              <a:t>&gt;.&lt;</a:t>
            </a:r>
            <a:r>
              <a:rPr kumimoji="0" lang="zh-CN" altLang="en-US" sz="1800" b="0" dirty="0">
                <a:solidFill>
                  <a:srgbClr val="FF0000"/>
                </a:solidFill>
                <a:latin typeface="微软雅黑" panose="020B0503020204020204" pitchFamily="34" charset="-122"/>
                <a:ea typeface="微软雅黑" panose="020B0503020204020204" pitchFamily="34" charset="-122"/>
              </a:rPr>
              <a:t>事件句柄</a:t>
            </a:r>
            <a:r>
              <a:rPr kumimoji="0" lang="en-US" altLang="zh-CN" sz="1800" b="0" dirty="0">
                <a:solidFill>
                  <a:srgbClr val="FF0000"/>
                </a:solidFill>
                <a:latin typeface="微软雅黑" panose="020B0503020204020204" pitchFamily="34" charset="-122"/>
                <a:ea typeface="微软雅黑" panose="020B0503020204020204" pitchFamily="34" charset="-122"/>
              </a:rPr>
              <a:t>&gt;=&lt;</a:t>
            </a:r>
            <a:r>
              <a:rPr kumimoji="0" lang="zh-CN" altLang="en-US" sz="1800" b="0" dirty="0">
                <a:solidFill>
                  <a:srgbClr val="FF0000"/>
                </a:solidFill>
                <a:latin typeface="微软雅黑" panose="020B0503020204020204" pitchFamily="34" charset="-122"/>
                <a:ea typeface="微软雅黑" panose="020B0503020204020204" pitchFamily="34" charset="-122"/>
              </a:rPr>
              <a:t>事件处理程序</a:t>
            </a:r>
            <a:r>
              <a:rPr kumimoji="0" lang="en-US" altLang="zh-CN" sz="1800" b="0" dirty="0">
                <a:solidFill>
                  <a:srgbClr val="FF0000"/>
                </a:solidFill>
                <a:latin typeface="微软雅黑" panose="020B0503020204020204" pitchFamily="34" charset="-122"/>
                <a:ea typeface="微软雅黑" panose="020B0503020204020204" pitchFamily="34" charset="-122"/>
              </a:rPr>
              <a:t>&gt;;</a:t>
            </a:r>
          </a:p>
          <a:p>
            <a:pPr algn="l">
              <a:lnSpc>
                <a:spcPct val="100000"/>
              </a:lnSpc>
              <a:spcBef>
                <a:spcPts val="0"/>
              </a:spcBef>
            </a:pPr>
            <a:r>
              <a:rPr kumimoji="0" lang="zh-CN" altLang="en-US" sz="1800" b="0" dirty="0">
                <a:solidFill>
                  <a:srgbClr val="FF0000"/>
                </a:solidFill>
                <a:latin typeface="微软雅黑" panose="020B0503020204020204" pitchFamily="34" charset="-122"/>
                <a:ea typeface="微软雅黑" panose="020B0503020204020204" pitchFamily="34" charset="-122"/>
              </a:rPr>
              <a:t>        </a:t>
            </a:r>
            <a:r>
              <a:rPr kumimoji="0" lang="en-US" altLang="zh-CN" sz="1800" b="0" dirty="0" err="1">
                <a:solidFill>
                  <a:srgbClr val="FF0000"/>
                </a:solidFill>
                <a:latin typeface="微软雅黑" panose="020B0503020204020204" pitchFamily="34" charset="-122"/>
                <a:ea typeface="微软雅黑" panose="020B0503020204020204" pitchFamily="34" charset="-122"/>
              </a:rPr>
              <a:t>obj.onclick</a:t>
            </a:r>
            <a:r>
              <a:rPr kumimoji="0" lang="en-US" altLang="zh-CN" sz="1800" b="0" dirty="0">
                <a:solidFill>
                  <a:srgbClr val="FF0000"/>
                </a:solidFill>
                <a:latin typeface="微软雅黑" panose="020B0503020204020204" pitchFamily="34" charset="-122"/>
                <a:ea typeface="微软雅黑" panose="020B0503020204020204" pitchFamily="34" charset="-122"/>
              </a:rPr>
              <a:t>=function(){</a:t>
            </a:r>
            <a:r>
              <a:rPr kumimoji="0" lang="en-US" altLang="zh-CN" sz="1800" b="0" dirty="0" err="1">
                <a:solidFill>
                  <a:srgbClr val="FF0000"/>
                </a:solidFill>
                <a:latin typeface="微软雅黑" panose="020B0503020204020204" pitchFamily="34" charset="-122"/>
                <a:ea typeface="微软雅黑" panose="020B0503020204020204" pitchFamily="34" charset="-122"/>
              </a:rPr>
              <a:t>disp</a:t>
            </a:r>
            <a:r>
              <a:rPr kumimoji="0" lang="en-US" altLang="zh-CN" sz="1800" b="0" dirty="0">
                <a:solidFill>
                  <a:srgbClr val="FF0000"/>
                </a:solidFill>
                <a:latin typeface="微软雅黑" panose="020B0503020204020204" pitchFamily="34" charset="-122"/>
                <a:ea typeface="微软雅黑" panose="020B0503020204020204" pitchFamily="34" charset="-122"/>
              </a:rPr>
              <a:t>();}  </a:t>
            </a:r>
            <a:r>
              <a:rPr lang="en-US" altLang="zh-CN" sz="1800" b="0" dirty="0" err="1">
                <a:solidFill>
                  <a:srgbClr val="FF0000"/>
                </a:solidFill>
                <a:latin typeface="微软雅黑" panose="020B0503020204020204" pitchFamily="34" charset="-122"/>
                <a:ea typeface="微软雅黑" panose="020B0503020204020204" pitchFamily="34" charset="-122"/>
              </a:rPr>
              <a:t>obj.onclick</a:t>
            </a:r>
            <a:r>
              <a:rPr lang="en-US" altLang="zh-CN" sz="1800" b="0" dirty="0">
                <a:solidFill>
                  <a:srgbClr val="FF0000"/>
                </a:solidFill>
                <a:latin typeface="微软雅黑" panose="020B0503020204020204" pitchFamily="34" charset="-122"/>
                <a:ea typeface="微软雅黑" panose="020B0503020204020204" pitchFamily="34" charset="-122"/>
              </a:rPr>
              <a:t>();//</a:t>
            </a:r>
            <a:r>
              <a:rPr lang="zh-CN" altLang="en-US" sz="1800" b="0" dirty="0">
                <a:solidFill>
                  <a:srgbClr val="FF0000"/>
                </a:solidFill>
                <a:latin typeface="微软雅黑" panose="020B0503020204020204" pitchFamily="34" charset="-122"/>
                <a:ea typeface="微软雅黑" panose="020B0503020204020204" pitchFamily="34" charset="-122"/>
              </a:rPr>
              <a:t>调用</a:t>
            </a:r>
            <a:endParaRPr kumimoji="0" lang="en-US" altLang="zh-CN" sz="1800" b="0" dirty="0">
              <a:solidFill>
                <a:srgbClr val="FF0000"/>
              </a:solidFill>
              <a:latin typeface="微软雅黑" panose="020B0503020204020204" pitchFamily="34" charset="-122"/>
              <a:ea typeface="微软雅黑" panose="020B0503020204020204" pitchFamily="34" charset="-122"/>
            </a:endParaRPr>
          </a:p>
        </p:txBody>
      </p:sp>
      <p:sp>
        <p:nvSpPr>
          <p:cNvPr id="5" name="Rectangle 9"/>
          <p:cNvSpPr>
            <a:spLocks noChangeArrowheads="1"/>
          </p:cNvSpPr>
          <p:nvPr/>
        </p:nvSpPr>
        <p:spPr bwMode="gray">
          <a:xfrm>
            <a:off x="533400" y="1903254"/>
            <a:ext cx="8534400" cy="2349361"/>
          </a:xfrm>
          <a:prstGeom prst="rect">
            <a:avLst/>
          </a:prstGeom>
          <a:solidFill>
            <a:schemeClr val="bg1"/>
          </a:solidFill>
          <a:ln w="38100" algn="ctr">
            <a:noFill/>
            <a:miter lim="800000"/>
          </a:ln>
          <a:effectLst/>
        </p:spPr>
        <p:txBody>
          <a:bodyPr wrap="square">
            <a:spAutoFit/>
          </a:bodyPr>
          <a:lstStyle/>
          <a:p>
            <a:pPr algn="l">
              <a:lnSpc>
                <a:spcPts val="1600"/>
              </a:lnSpc>
              <a:spcBef>
                <a:spcPts val="0"/>
              </a:spcBef>
            </a:pPr>
            <a:r>
              <a:rPr lang="en-US" altLang="zh-CN" sz="1600" dirty="0"/>
              <a:t>&lt;body&gt;</a:t>
            </a:r>
          </a:p>
          <a:p>
            <a:pPr algn="l">
              <a:lnSpc>
                <a:spcPts val="1600"/>
              </a:lnSpc>
              <a:spcBef>
                <a:spcPts val="0"/>
              </a:spcBef>
            </a:pPr>
            <a:r>
              <a:rPr lang="en-US" altLang="zh-CN" sz="1600" dirty="0"/>
              <a:t>&lt;form name="</a:t>
            </a:r>
            <a:r>
              <a:rPr lang="en-US" altLang="zh-CN" sz="1600" dirty="0" err="1"/>
              <a:t>myform</a:t>
            </a:r>
            <a:r>
              <a:rPr lang="en-US" altLang="zh-CN" sz="1600" dirty="0"/>
              <a:t>" method="post" action="" &gt;</a:t>
            </a:r>
          </a:p>
          <a:p>
            <a:pPr algn="l">
              <a:lnSpc>
                <a:spcPts val="1600"/>
              </a:lnSpc>
              <a:spcBef>
                <a:spcPts val="0"/>
              </a:spcBef>
            </a:pPr>
            <a:r>
              <a:rPr lang="en-US" altLang="zh-CN" sz="1600" dirty="0"/>
              <a:t>   &lt;input id=</a:t>
            </a:r>
            <a:r>
              <a:rPr lang="en-US" altLang="zh-CN" sz="1600" dirty="0">
                <a:latin typeface="微软雅黑" panose="020B0503020204020204" pitchFamily="34" charset="-122"/>
              </a:rPr>
              <a:t>“</a:t>
            </a:r>
            <a:r>
              <a:rPr lang="en-US" altLang="zh-CN" sz="1600" dirty="0"/>
              <a:t>input</a:t>
            </a:r>
            <a:r>
              <a:rPr lang="en-US" altLang="zh-CN" sz="1600" dirty="0">
                <a:latin typeface="微软雅黑" panose="020B0503020204020204" pitchFamily="34" charset="-122"/>
              </a:rPr>
              <a:t>”</a:t>
            </a:r>
            <a:r>
              <a:rPr lang="en-US" altLang="zh-CN" sz="1600" dirty="0"/>
              <a:t> type=</a:t>
            </a:r>
            <a:r>
              <a:rPr lang="en-US" altLang="zh-CN" sz="1600" dirty="0">
                <a:latin typeface="微软雅黑" panose="020B0503020204020204" pitchFamily="34" charset="-122"/>
              </a:rPr>
              <a:t>“</a:t>
            </a:r>
            <a:r>
              <a:rPr lang="en-US" altLang="zh-CN" sz="1600" dirty="0"/>
              <a:t>button</a:t>
            </a:r>
            <a:r>
              <a:rPr lang="en-US" altLang="zh-CN" sz="1600" dirty="0">
                <a:latin typeface="微软雅黑" panose="020B0503020204020204" pitchFamily="34" charset="-122"/>
              </a:rPr>
              <a:t>”</a:t>
            </a:r>
            <a:r>
              <a:rPr lang="en-US" altLang="zh-CN" sz="1600" dirty="0"/>
              <a:t> name=</a:t>
            </a:r>
            <a:r>
              <a:rPr lang="en-US" altLang="zh-CN" sz="1600" dirty="0">
                <a:latin typeface="微软雅黑" panose="020B0503020204020204" pitchFamily="34" charset="-122"/>
              </a:rPr>
              <a:t>“</a:t>
            </a:r>
            <a:r>
              <a:rPr lang="en-US" altLang="zh-CN" sz="1600" dirty="0" err="1"/>
              <a:t>mybutton</a:t>
            </a:r>
            <a:r>
              <a:rPr lang="en-US" altLang="zh-CN" sz="1600" dirty="0"/>
              <a:t>" value="</a:t>
            </a:r>
            <a:r>
              <a:rPr lang="zh-CN" altLang="en-US" sz="1600" dirty="0"/>
              <a:t>提交</a:t>
            </a:r>
            <a:r>
              <a:rPr lang="en-US" altLang="zh-CN" sz="1600" dirty="0"/>
              <a:t>" &gt; </a:t>
            </a:r>
          </a:p>
          <a:p>
            <a:pPr algn="l">
              <a:lnSpc>
                <a:spcPts val="1600"/>
              </a:lnSpc>
              <a:spcBef>
                <a:spcPts val="0"/>
              </a:spcBef>
            </a:pPr>
            <a:r>
              <a:rPr lang="en-US" altLang="zh-CN" sz="1600" dirty="0"/>
              <a:t>&lt;/form&gt;</a:t>
            </a:r>
          </a:p>
          <a:p>
            <a:pPr algn="l">
              <a:lnSpc>
                <a:spcPts val="1600"/>
              </a:lnSpc>
              <a:spcBef>
                <a:spcPts val="0"/>
              </a:spcBef>
            </a:pPr>
            <a:r>
              <a:rPr lang="en-US" altLang="zh-CN" sz="1600" dirty="0"/>
              <a:t> &lt;script type="text/</a:t>
            </a:r>
            <a:r>
              <a:rPr lang="en-US" altLang="zh-CN" sz="1600" dirty="0" err="1"/>
              <a:t>javascript</a:t>
            </a:r>
            <a:r>
              <a:rPr lang="en-US" altLang="zh-CN" sz="1600" dirty="0"/>
              <a:t>"&gt;</a:t>
            </a:r>
          </a:p>
          <a:p>
            <a:pPr algn="l">
              <a:lnSpc>
                <a:spcPts val="1600"/>
              </a:lnSpc>
              <a:spcBef>
                <a:spcPts val="0"/>
              </a:spcBef>
            </a:pPr>
            <a:r>
              <a:rPr lang="en-US" altLang="zh-CN" sz="1600" dirty="0"/>
              <a:t>  function </a:t>
            </a:r>
            <a:r>
              <a:rPr lang="en-US" altLang="zh-CN" sz="1600" dirty="0" err="1"/>
              <a:t>clickHandler</a:t>
            </a:r>
            <a:r>
              <a:rPr lang="en-US" altLang="zh-CN" sz="1600" dirty="0"/>
              <a:t>() {alert("</a:t>
            </a:r>
            <a:r>
              <a:rPr lang="zh-CN" altLang="en-US" sz="1600" dirty="0"/>
              <a:t>即将提交表单！</a:t>
            </a:r>
            <a:r>
              <a:rPr lang="en-US" altLang="zh-CN" sz="1600" dirty="0"/>
              <a:t>"); return true;}</a:t>
            </a:r>
          </a:p>
          <a:p>
            <a:pPr>
              <a:lnSpc>
                <a:spcPts val="1600"/>
              </a:lnSpc>
              <a:spcBef>
                <a:spcPts val="0"/>
              </a:spcBef>
            </a:pPr>
            <a:r>
              <a:rPr lang="zh-CN" altLang="en-US" sz="1600" dirty="0"/>
              <a:t>  </a:t>
            </a:r>
            <a:r>
              <a:rPr lang="en-US" altLang="zh-CN" sz="1600" dirty="0"/>
              <a:t>//</a:t>
            </a:r>
            <a:r>
              <a:rPr lang="zh-CN" altLang="en-US" sz="1600" dirty="0"/>
              <a:t>动态分配一个事件句柄</a:t>
            </a:r>
            <a:endParaRPr lang="en-US" altLang="zh-CN" sz="1600" dirty="0"/>
          </a:p>
          <a:p>
            <a:pPr>
              <a:lnSpc>
                <a:spcPts val="1600"/>
              </a:lnSpc>
              <a:spcBef>
                <a:spcPts val="0"/>
              </a:spcBef>
            </a:pPr>
            <a:r>
              <a:rPr lang="en-US" altLang="zh-CN" sz="1600" dirty="0"/>
              <a:t> </a:t>
            </a:r>
            <a:r>
              <a:rPr lang="zh-CN" altLang="en-US" sz="1600" dirty="0"/>
              <a:t> </a:t>
            </a:r>
            <a:r>
              <a:rPr lang="en-US" altLang="zh-CN" sz="1600" dirty="0" err="1"/>
              <a:t>document.getElementById</a:t>
            </a:r>
            <a:r>
              <a:rPr lang="en-US" altLang="zh-CN" sz="1600" dirty="0"/>
              <a:t>(</a:t>
            </a:r>
            <a:r>
              <a:rPr lang="en-US" altLang="zh-CN" sz="1600" dirty="0">
                <a:latin typeface="微软雅黑" panose="020B0503020204020204" pitchFamily="34" charset="-122"/>
              </a:rPr>
              <a:t>‘</a:t>
            </a:r>
            <a:r>
              <a:rPr lang="en-US" altLang="zh-CN" sz="1600" dirty="0"/>
              <a:t>input</a:t>
            </a:r>
            <a:r>
              <a:rPr lang="en-US" altLang="zh-CN" sz="1600" dirty="0">
                <a:latin typeface="微软雅黑" panose="020B0503020204020204" pitchFamily="34" charset="-122"/>
              </a:rPr>
              <a:t>’</a:t>
            </a:r>
            <a:r>
              <a:rPr lang="en-US" altLang="zh-CN" sz="1600" dirty="0"/>
              <a:t>).</a:t>
            </a:r>
            <a:r>
              <a:rPr lang="en-US" altLang="zh-CN" sz="1600" dirty="0" err="1"/>
              <a:t>onclick</a:t>
            </a:r>
            <a:r>
              <a:rPr lang="en-US" altLang="zh-CN" sz="1600" dirty="0"/>
              <a:t>=function(){return </a:t>
            </a:r>
            <a:r>
              <a:rPr lang="en-US" altLang="zh-CN" sz="1600" dirty="0" err="1"/>
              <a:t>clickHandler</a:t>
            </a:r>
            <a:r>
              <a:rPr lang="en-US" altLang="zh-CN" sz="1600" dirty="0"/>
              <a:t>();}</a:t>
            </a:r>
            <a:endParaRPr lang="zh-CN" altLang="en-US" sz="1600" dirty="0"/>
          </a:p>
          <a:p>
            <a:pPr algn="l">
              <a:lnSpc>
                <a:spcPts val="1600"/>
              </a:lnSpc>
              <a:spcBef>
                <a:spcPts val="0"/>
              </a:spcBef>
            </a:pPr>
            <a:r>
              <a:rPr lang="en-US" altLang="zh-CN" sz="1600" dirty="0"/>
              <a:t>  </a:t>
            </a:r>
            <a:r>
              <a:rPr lang="en-US" altLang="zh-CN" sz="1600" dirty="0" err="1"/>
              <a:t>myform.mybutton.onclick</a:t>
            </a:r>
            <a:r>
              <a:rPr lang="en-US" altLang="zh-CN" sz="1600" dirty="0"/>
              <a:t>();</a:t>
            </a:r>
          </a:p>
          <a:p>
            <a:pPr algn="l">
              <a:lnSpc>
                <a:spcPts val="1600"/>
              </a:lnSpc>
              <a:spcBef>
                <a:spcPts val="0"/>
              </a:spcBef>
            </a:pPr>
            <a:r>
              <a:rPr lang="en-US" altLang="zh-CN" sz="1600" dirty="0"/>
              <a:t>  &lt;/script&gt;</a:t>
            </a:r>
          </a:p>
          <a:p>
            <a:pPr algn="l">
              <a:lnSpc>
                <a:spcPts val="1600"/>
              </a:lnSpc>
              <a:spcBef>
                <a:spcPts val="0"/>
              </a:spcBef>
            </a:pPr>
            <a:r>
              <a:rPr lang="en-US" altLang="zh-CN" sz="1600" dirty="0"/>
              <a:t> &lt;/body&gt;</a:t>
            </a:r>
            <a:endParaRPr lang="zh-CN" altLang="en-US" sz="1800" dirty="0"/>
          </a:p>
        </p:txBody>
      </p:sp>
      <p:pic>
        <p:nvPicPr>
          <p:cNvPr id="6" name="Picture 15"/>
          <p:cNvPicPr>
            <a:picLocks noChangeAspect="1" noChangeArrowheads="1"/>
          </p:cNvPicPr>
          <p:nvPr/>
        </p:nvPicPr>
        <p:blipFill>
          <a:blip r:embed="rId2" cstate="print"/>
          <a:srcRect/>
          <a:stretch>
            <a:fillRect/>
          </a:stretch>
        </p:blipFill>
        <p:spPr bwMode="gray">
          <a:xfrm>
            <a:off x="6515100" y="3657600"/>
            <a:ext cx="2552700" cy="1006078"/>
          </a:xfrm>
          <a:prstGeom prst="rect">
            <a:avLst/>
          </a:prstGeom>
          <a:noFill/>
          <a:ln w="38100" algn="ctr">
            <a:noFill/>
            <a:miter lim="800000"/>
            <a:headEnd/>
            <a:tailEnd/>
          </a:ln>
          <a:effectLst/>
        </p:spPr>
      </p:pic>
      <p:sp>
        <p:nvSpPr>
          <p:cNvPr id="8" name="AutoShape 14"/>
          <p:cNvSpPr>
            <a:spLocks noChangeArrowheads="1"/>
          </p:cNvSpPr>
          <p:nvPr/>
        </p:nvSpPr>
        <p:spPr bwMode="gray">
          <a:xfrm>
            <a:off x="3733801" y="4248149"/>
            <a:ext cx="2206626" cy="403623"/>
          </a:xfrm>
          <a:prstGeom prst="wedgeRoundRectCallout">
            <a:avLst>
              <a:gd name="adj1" fmla="val -57292"/>
              <a:gd name="adj2" fmla="val -139930"/>
              <a:gd name="adj3" fmla="val 16667"/>
            </a:avLst>
          </a:prstGeom>
          <a:solidFill>
            <a:srgbClr val="0000FA"/>
          </a:solidFill>
          <a:ln w="38100" algn="ctr">
            <a:noFill/>
            <a:miter lim="800000"/>
          </a:ln>
          <a:effectLst>
            <a:outerShdw dist="107763" dir="2700000" algn="ctr" rotWithShape="0">
              <a:srgbClr val="808080">
                <a:alpha val="50000"/>
              </a:srgbClr>
            </a:outerShdw>
          </a:effectLst>
        </p:spPr>
        <p:txBody>
          <a:bodyPr/>
          <a:lstStyle/>
          <a:p>
            <a:pPr algn="ctr"/>
            <a:r>
              <a:rPr lang="zh-CN" altLang="en-US" sz="1800" dirty="0">
                <a:solidFill>
                  <a:schemeClr val="bg1"/>
                </a:solidFill>
              </a:rPr>
              <a:t>代码触发事件</a:t>
            </a:r>
          </a:p>
        </p:txBody>
      </p:sp>
      <p:sp>
        <p:nvSpPr>
          <p:cNvPr id="9" name="Line 10"/>
          <p:cNvSpPr>
            <a:spLocks noChangeShapeType="1"/>
          </p:cNvSpPr>
          <p:nvPr/>
        </p:nvSpPr>
        <p:spPr bwMode="gray">
          <a:xfrm>
            <a:off x="838200" y="3790950"/>
            <a:ext cx="3168650" cy="0"/>
          </a:xfrm>
          <a:prstGeom prst="line">
            <a:avLst/>
          </a:prstGeom>
          <a:noFill/>
          <a:ln w="38100">
            <a:solidFill>
              <a:srgbClr val="FF3300"/>
            </a:solidFill>
            <a:round/>
          </a:ln>
          <a:effectLst>
            <a:outerShdw dist="107763" dir="2700000" algn="ctr" rotWithShape="0">
              <a:srgbClr val="808080">
                <a:alpha val="50000"/>
              </a:srgbClr>
            </a:outerShdw>
          </a:effectLst>
        </p:spPr>
        <p:txBody>
          <a:bodyPr>
            <a:spAutoFit/>
          </a:bodyPr>
          <a:lstStyle/>
          <a:p>
            <a:endParaRPr lang="zh-CN" altLang="en-US"/>
          </a:p>
        </p:txBody>
      </p:sp>
      <p:sp>
        <p:nvSpPr>
          <p:cNvPr id="10" name="Freeform 11"/>
          <p:cNvSpPr/>
          <p:nvPr/>
        </p:nvSpPr>
        <p:spPr bwMode="gray">
          <a:xfrm>
            <a:off x="5867400" y="4095750"/>
            <a:ext cx="1147763" cy="397032"/>
          </a:xfrm>
          <a:custGeom>
            <a:avLst/>
            <a:gdLst/>
            <a:ahLst/>
            <a:cxnLst>
              <a:cxn ang="0">
                <a:pos x="0" y="1089"/>
              </a:cxn>
              <a:cxn ang="0">
                <a:pos x="2087" y="862"/>
              </a:cxn>
              <a:cxn ang="0">
                <a:pos x="3674" y="0"/>
              </a:cxn>
            </a:cxnLst>
            <a:rect l="0" t="0" r="r" b="b"/>
            <a:pathLst>
              <a:path w="3674" h="1089">
                <a:moveTo>
                  <a:pt x="0" y="1089"/>
                </a:moveTo>
                <a:cubicBezTo>
                  <a:pt x="737" y="1066"/>
                  <a:pt x="1475" y="1043"/>
                  <a:pt x="2087" y="862"/>
                </a:cubicBezTo>
                <a:cubicBezTo>
                  <a:pt x="2699" y="681"/>
                  <a:pt x="3410" y="144"/>
                  <a:pt x="3674" y="0"/>
                </a:cubicBezTo>
              </a:path>
            </a:pathLst>
          </a:custGeom>
          <a:noFill/>
          <a:ln w="38100" cap="flat" cmpd="sng">
            <a:solidFill>
              <a:srgbClr val="FF3300"/>
            </a:solidFill>
            <a:prstDash val="solid"/>
            <a:round/>
            <a:headEnd type="none" w="med" len="med"/>
            <a:tailEnd type="triangle" w="med" len="med"/>
          </a:ln>
          <a:effectLst>
            <a:outerShdw dist="107763" dir="2700000" algn="ctr" rotWithShape="0">
              <a:srgbClr val="808080">
                <a:alpha val="50000"/>
              </a:srgbClr>
            </a:outerShdw>
          </a:effectLst>
        </p:spPr>
        <p:txBody>
          <a:bodyPr wrap="square">
            <a:spAutoFit/>
          </a:bodyPr>
          <a:lstStyle/>
          <a:p>
            <a:endParaRPr lang="zh-CN" altLang="en-US"/>
          </a:p>
        </p:txBody>
      </p:sp>
      <p:sp>
        <p:nvSpPr>
          <p:cNvPr id="11" name="Line 13"/>
          <p:cNvSpPr>
            <a:spLocks noChangeShapeType="1"/>
          </p:cNvSpPr>
          <p:nvPr/>
        </p:nvSpPr>
        <p:spPr bwMode="gray">
          <a:xfrm>
            <a:off x="3825875" y="3638550"/>
            <a:ext cx="1584325" cy="0"/>
          </a:xfrm>
          <a:prstGeom prst="line">
            <a:avLst/>
          </a:prstGeom>
          <a:noFill/>
          <a:ln w="38100">
            <a:solidFill>
              <a:srgbClr val="FF3300"/>
            </a:solidFill>
            <a:round/>
          </a:ln>
          <a:effectLst>
            <a:outerShdw dist="107763" dir="2700000" algn="ctr" rotWithShape="0">
              <a:srgbClr val="808080">
                <a:alpha val="50000"/>
              </a:srgbClr>
            </a:outerShdw>
          </a:effectLst>
        </p:spPr>
        <p:txBody>
          <a:bodyPr>
            <a:spAutoFit/>
          </a:bodyPr>
          <a:lstStyle/>
          <a:p>
            <a:endParaRPr lang="zh-CN" altLang="en-US"/>
          </a:p>
        </p:txBody>
      </p:sp>
      <p:sp>
        <p:nvSpPr>
          <p:cNvPr id="12" name="AutoShape 14"/>
          <p:cNvSpPr>
            <a:spLocks noChangeArrowheads="1"/>
          </p:cNvSpPr>
          <p:nvPr/>
        </p:nvSpPr>
        <p:spPr bwMode="gray">
          <a:xfrm>
            <a:off x="6705600" y="1276350"/>
            <a:ext cx="1944687" cy="594122"/>
          </a:xfrm>
          <a:prstGeom prst="wedgeRoundRectCallout">
            <a:avLst>
              <a:gd name="adj1" fmla="val -66360"/>
              <a:gd name="adj2" fmla="val 126048"/>
              <a:gd name="adj3" fmla="val 16667"/>
            </a:avLst>
          </a:prstGeom>
          <a:solidFill>
            <a:srgbClr val="0000FA"/>
          </a:solidFill>
          <a:ln w="38100" algn="ctr">
            <a:noFill/>
            <a:miter lim="800000"/>
          </a:ln>
          <a:effectLst>
            <a:outerShdw dist="107763" dir="2700000" algn="ctr" rotWithShape="0">
              <a:srgbClr val="808080">
                <a:alpha val="50000"/>
              </a:srgbClr>
            </a:outerShdw>
          </a:effectLst>
        </p:spPr>
        <p:txBody>
          <a:bodyPr/>
          <a:lstStyle/>
          <a:p>
            <a:pPr algn="ctr"/>
            <a:r>
              <a:rPr lang="zh-CN" altLang="en-US" sz="1800" dirty="0">
                <a:solidFill>
                  <a:schemeClr val="bg1"/>
                </a:solidFill>
              </a:rPr>
              <a:t>初始状态没有</a:t>
            </a:r>
            <a:r>
              <a:rPr lang="en-US" altLang="zh-CN" sz="1800" dirty="0" err="1">
                <a:solidFill>
                  <a:schemeClr val="bg1"/>
                </a:solidFill>
              </a:rPr>
              <a:t>onclick</a:t>
            </a:r>
            <a:endParaRPr lang="zh-CN" altLang="en-US" sz="18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ox(in)">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edge">
                                      <p:cBhvr>
                                        <p:cTn id="18" dur="20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ox(in)">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8" dur="500" fill="hold"/>
                                        <p:tgtEl>
                                          <p:spTgt spid="9"/>
                                        </p:tgtEl>
                                        <p:attrNameLst>
                                          <p:attrName>ppt_x</p:attrName>
                                        </p:attrNameLst>
                                      </p:cBhvr>
                                      <p:tavLst>
                                        <p:tav tm="0">
                                          <p:val>
                                            <p:strVal val="0-#ppt_w/2"/>
                                          </p:val>
                                        </p:tav>
                                        <p:tav tm="100000">
                                          <p:val>
                                            <p:strVal val="#ppt_x"/>
                                          </p:val>
                                        </p:tav>
                                      </p:tavLst>
                                    </p:anim>
                                    <p:anim calcmode="lin" valueType="num">
                                      <p:cBhvr additive="base">
                                        <p:cTn id="29"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0"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edge">
                                      <p:cBhvr>
                                        <p:cTn id="34" dur="20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box(in)">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ppt_x</p:attrName>
                                        </p:attrNameLst>
                                      </p:cBhvr>
                                      <p:tavLst>
                                        <p:tav tm="0">
                                          <p:val>
                                            <p:strVal val="0-#ppt_w/2"/>
                                          </p:val>
                                        </p:tav>
                                        <p:tav tm="100000">
                                          <p:val>
                                            <p:strVal val="#ppt_x"/>
                                          </p:val>
                                        </p:tav>
                                      </p:tavLst>
                                    </p:anim>
                                    <p:anim calcmode="lin" valueType="num">
                                      <p:cBhvr additive="base">
                                        <p:cTn id="45"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9" grpId="0" animBg="1"/>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r>
              <a:rPr lang="en-US" altLang="zh-CN" sz="2800" dirty="0"/>
              <a:t>15.1.3 </a:t>
            </a:r>
            <a:r>
              <a:rPr lang="zh-CN" altLang="en-US" sz="2800" dirty="0"/>
              <a:t>事件处理</a:t>
            </a:r>
            <a:r>
              <a:rPr lang="en-US" altLang="zh-CN" sz="2800" dirty="0"/>
              <a:t>-</a:t>
            </a:r>
            <a:r>
              <a:rPr lang="zh-CN" altLang="en-US" sz="2800" dirty="0"/>
              <a:t>特定对象的特定事件指定</a:t>
            </a:r>
            <a:r>
              <a:rPr lang="zh-CN" altLang="en-US" dirty="0"/>
              <a:t> </a:t>
            </a:r>
          </a:p>
        </p:txBody>
      </p:sp>
      <p:sp>
        <p:nvSpPr>
          <p:cNvPr id="5" name="Rectangle 3"/>
          <p:cNvSpPr>
            <a:spLocks noGrp="1" noChangeArrowheads="1"/>
          </p:cNvSpPr>
          <p:nvPr>
            <p:ph idx="1"/>
          </p:nvPr>
        </p:nvSpPr>
        <p:spPr>
          <a:xfrm>
            <a:off x="533400" y="819150"/>
            <a:ext cx="8509000" cy="1219200"/>
          </a:xfrm>
        </p:spPr>
        <p:txBody>
          <a:bodyPr/>
          <a:lstStyle/>
          <a:p>
            <a:pPr>
              <a:lnSpc>
                <a:spcPct val="80000"/>
              </a:lnSpc>
              <a:buFont typeface="Wingdings" panose="05000000000000000000" pitchFamily="2" charset="2"/>
              <a:buNone/>
            </a:pPr>
            <a:r>
              <a:rPr lang="zh-CN" altLang="en-US" dirty="0"/>
              <a:t>特定对象的特定事件指定：</a:t>
            </a:r>
          </a:p>
          <a:p>
            <a:pPr>
              <a:spcBef>
                <a:spcPts val="0"/>
              </a:spcBef>
              <a:spcAft>
                <a:spcPts val="0"/>
              </a:spcAft>
              <a:buNone/>
            </a:pPr>
            <a:r>
              <a:rPr lang="en-US" altLang="zh-CN" sz="1800" dirty="0">
                <a:latin typeface="黑体" panose="02010609060101010101" pitchFamily="49" charset="-122"/>
                <a:ea typeface="黑体" panose="02010609060101010101" pitchFamily="49" charset="-122"/>
              </a:rPr>
              <a:t>   </a:t>
            </a:r>
            <a:r>
              <a:rPr lang="en-US" altLang="zh-CN" sz="1800" dirty="0">
                <a:solidFill>
                  <a:srgbClr val="FF0000"/>
                </a:solidFill>
                <a:latin typeface="Verdana" panose="020B0604030504040204" pitchFamily="34" charset="0"/>
                <a:ea typeface="Verdana" panose="020B0604030504040204" pitchFamily="34" charset="0"/>
                <a:cs typeface="Verdana" panose="020B0604030504040204" pitchFamily="34" charset="0"/>
              </a:rPr>
              <a:t>&lt;script type="text/</a:t>
            </a:r>
            <a:r>
              <a:rPr lang="en-US" altLang="zh-CN" sz="1800" dirty="0" err="1">
                <a:solidFill>
                  <a:srgbClr val="FF0000"/>
                </a:solidFill>
                <a:latin typeface="Verdana" panose="020B0604030504040204" pitchFamily="34" charset="0"/>
                <a:ea typeface="Verdana" panose="020B0604030504040204" pitchFamily="34" charset="0"/>
                <a:cs typeface="Verdana" panose="020B0604030504040204" pitchFamily="34" charset="0"/>
              </a:rPr>
              <a:t>javascript</a:t>
            </a:r>
            <a:r>
              <a:rPr lang="en-US" altLang="zh-CN" sz="1800" dirty="0">
                <a:solidFill>
                  <a:srgbClr val="FF0000"/>
                </a:solidFill>
                <a:latin typeface="Verdana" panose="020B0604030504040204" pitchFamily="34" charset="0"/>
                <a:ea typeface="Verdana" panose="020B0604030504040204" pitchFamily="34" charset="0"/>
                <a:cs typeface="Verdana" panose="020B0604030504040204" pitchFamily="34" charset="0"/>
              </a:rPr>
              <a:t>" for="</a:t>
            </a:r>
            <a:r>
              <a:rPr lang="zh-CN" altLang="en-US" sz="1800" dirty="0">
                <a:solidFill>
                  <a:srgbClr val="FF0000"/>
                </a:solidFill>
                <a:latin typeface="Verdana" panose="020B0604030504040204" pitchFamily="34" charset="0"/>
                <a:ea typeface="黑体" panose="02010609060101010101" pitchFamily="49" charset="-122"/>
                <a:cs typeface="Verdana" panose="020B0604030504040204" pitchFamily="34" charset="0"/>
              </a:rPr>
              <a:t>对象</a:t>
            </a:r>
            <a:r>
              <a:rPr lang="en-US" altLang="zh-CN" sz="1800" dirty="0">
                <a:solidFill>
                  <a:srgbClr val="FF0000"/>
                </a:solidFill>
                <a:latin typeface="Verdana" panose="020B0604030504040204" pitchFamily="34" charset="0"/>
                <a:ea typeface="Verdana" panose="020B0604030504040204" pitchFamily="34" charset="0"/>
                <a:cs typeface="Verdana" panose="020B0604030504040204" pitchFamily="34" charset="0"/>
              </a:rPr>
              <a:t>" event="</a:t>
            </a:r>
            <a:r>
              <a:rPr lang="zh-CN" altLang="en-US" sz="1800" dirty="0">
                <a:solidFill>
                  <a:srgbClr val="FF0000"/>
                </a:solidFill>
                <a:latin typeface="Verdana" panose="020B0604030504040204" pitchFamily="34" charset="0"/>
                <a:ea typeface="黑体" panose="02010609060101010101" pitchFamily="49" charset="-122"/>
                <a:cs typeface="Verdana" panose="020B0604030504040204" pitchFamily="34" charset="0"/>
              </a:rPr>
              <a:t>事件句柄</a:t>
            </a:r>
            <a:r>
              <a:rPr lang="en-US" altLang="zh-CN" sz="1800" dirty="0">
                <a:solidFill>
                  <a:srgbClr val="FF0000"/>
                </a:solidFill>
                <a:latin typeface="Verdana" panose="020B0604030504040204" pitchFamily="34" charset="0"/>
                <a:ea typeface="Verdana" panose="020B0604030504040204" pitchFamily="34" charset="0"/>
                <a:cs typeface="Verdana" panose="020B0604030504040204" pitchFamily="34" charset="0"/>
              </a:rPr>
              <a:t>"&gt;</a:t>
            </a:r>
          </a:p>
          <a:p>
            <a:pPr>
              <a:spcBef>
                <a:spcPts val="0"/>
              </a:spcBef>
              <a:spcAft>
                <a:spcPts val="0"/>
              </a:spcAft>
              <a:buFont typeface="Wingdings" panose="05000000000000000000" pitchFamily="2" charset="2"/>
              <a:buNone/>
            </a:pPr>
            <a:r>
              <a:rPr lang="en-US" altLang="zh-CN" sz="1800" dirty="0">
                <a:solidFill>
                  <a:srgbClr val="FF0000"/>
                </a:solidFill>
                <a:latin typeface="Verdana" panose="020B0604030504040204" pitchFamily="34" charset="0"/>
                <a:ea typeface="Verdana" panose="020B0604030504040204" pitchFamily="34" charset="0"/>
                <a:cs typeface="Verdana" panose="020B0604030504040204" pitchFamily="34" charset="0"/>
              </a:rPr>
              <a:t>             //</a:t>
            </a:r>
            <a:r>
              <a:rPr lang="zh-CN" altLang="en-US" sz="1800" dirty="0">
                <a:solidFill>
                  <a:srgbClr val="FF0000"/>
                </a:solidFill>
                <a:latin typeface="Verdana" panose="020B0604030504040204" pitchFamily="34" charset="0"/>
                <a:ea typeface="黑体" panose="02010609060101010101" pitchFamily="49" charset="-122"/>
                <a:cs typeface="Verdana" panose="020B0604030504040204" pitchFamily="34" charset="0"/>
              </a:rPr>
              <a:t>事件处理程序代码</a:t>
            </a:r>
          </a:p>
          <a:p>
            <a:pPr>
              <a:spcBef>
                <a:spcPts val="0"/>
              </a:spcBef>
              <a:spcAft>
                <a:spcPts val="0"/>
              </a:spcAft>
              <a:buFont typeface="Wingdings" panose="05000000000000000000" pitchFamily="2" charset="2"/>
              <a:buNone/>
            </a:pPr>
            <a:r>
              <a:rPr lang="en-US" altLang="zh-CN" sz="1800" dirty="0">
                <a:solidFill>
                  <a:srgbClr val="FF0000"/>
                </a:solidFill>
                <a:latin typeface="Verdana" panose="020B0604030504040204" pitchFamily="34" charset="0"/>
                <a:ea typeface="Verdana" panose="020B0604030504040204" pitchFamily="34" charset="0"/>
                <a:cs typeface="Verdana" panose="020B0604030504040204" pitchFamily="34" charset="0"/>
              </a:rPr>
              <a:t>     &lt;/script&gt;</a:t>
            </a:r>
          </a:p>
        </p:txBody>
      </p:sp>
      <p:sp>
        <p:nvSpPr>
          <p:cNvPr id="7" name="矩形 6"/>
          <p:cNvSpPr/>
          <p:nvPr/>
        </p:nvSpPr>
        <p:spPr>
          <a:xfrm>
            <a:off x="533400" y="2126645"/>
            <a:ext cx="5486400" cy="2593018"/>
          </a:xfrm>
          <a:prstGeom prst="rect">
            <a:avLst/>
          </a:prstGeom>
        </p:spPr>
        <p:txBody>
          <a:bodyPr wrap="square">
            <a:spAutoFit/>
          </a:bodyPr>
          <a:lstStyle/>
          <a:p>
            <a:pPr>
              <a:lnSpc>
                <a:spcPts val="13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 edu_15_1_3.html --&gt;</a:t>
            </a:r>
          </a:p>
          <a:p>
            <a:pPr>
              <a:lnSpc>
                <a:spcPts val="13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a:t>
            </a:r>
            <a:r>
              <a:rPr lang="en-US" altLang="zh-CN" sz="1400" b="0" dirty="0" err="1">
                <a:latin typeface="Verdana" panose="020B0604030504040204" pitchFamily="34" charset="0"/>
                <a:ea typeface="Verdana" panose="020B0604030504040204" pitchFamily="34" charset="0"/>
                <a:cs typeface="Verdana" panose="020B0604030504040204" pitchFamily="34" charset="0"/>
              </a:rPr>
              <a:t>doctype</a:t>
            </a:r>
            <a:r>
              <a:rPr lang="en-US" altLang="zh-CN" sz="1400" b="0" dirty="0">
                <a:latin typeface="Verdana" panose="020B0604030504040204" pitchFamily="34" charset="0"/>
                <a:ea typeface="Verdana" panose="020B0604030504040204" pitchFamily="34" charset="0"/>
                <a:cs typeface="Verdana" panose="020B0604030504040204" pitchFamily="34" charset="0"/>
              </a:rPr>
              <a:t> html&gt;</a:t>
            </a:r>
          </a:p>
          <a:p>
            <a:pPr>
              <a:lnSpc>
                <a:spcPts val="13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&lt;html </a:t>
            </a:r>
            <a:r>
              <a:rPr lang="en-US" altLang="zh-CN" sz="1400" b="0" dirty="0" err="1">
                <a:latin typeface="Verdana" panose="020B0604030504040204" pitchFamily="34" charset="0"/>
                <a:ea typeface="Verdana" panose="020B0604030504040204" pitchFamily="34" charset="0"/>
                <a:cs typeface="Verdana" panose="020B0604030504040204" pitchFamily="34" charset="0"/>
              </a:rPr>
              <a:t>lang</a:t>
            </a:r>
            <a:r>
              <a:rPr lang="en-US" altLang="zh-CN" sz="1400" b="0" dirty="0">
                <a:latin typeface="Verdana" panose="020B0604030504040204" pitchFamily="34" charset="0"/>
                <a:ea typeface="Verdana" panose="020B0604030504040204" pitchFamily="34" charset="0"/>
                <a:cs typeface="Verdana" panose="020B0604030504040204" pitchFamily="34" charset="0"/>
              </a:rPr>
              <a:t>="en"&gt;</a:t>
            </a:r>
          </a:p>
          <a:p>
            <a:pPr>
              <a:lnSpc>
                <a:spcPts val="13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&lt;head&gt;</a:t>
            </a:r>
          </a:p>
          <a:p>
            <a:pPr>
              <a:lnSpc>
                <a:spcPts val="13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&lt;meta </a:t>
            </a:r>
            <a:r>
              <a:rPr lang="en-US" altLang="zh-CN" sz="1400" b="0" dirty="0" err="1">
                <a:latin typeface="Verdana" panose="020B0604030504040204" pitchFamily="34" charset="0"/>
                <a:ea typeface="Verdana" panose="020B0604030504040204" pitchFamily="34" charset="0"/>
                <a:cs typeface="Verdana" panose="020B0604030504040204" pitchFamily="34" charset="0"/>
              </a:rPr>
              <a:t>charset</a:t>
            </a:r>
            <a:r>
              <a:rPr lang="en-US" altLang="zh-CN" sz="1400" b="0" dirty="0">
                <a:latin typeface="Verdana" panose="020B0604030504040204" pitchFamily="34" charset="0"/>
                <a:ea typeface="Verdana" panose="020B0604030504040204" pitchFamily="34" charset="0"/>
                <a:cs typeface="Verdana" panose="020B0604030504040204" pitchFamily="34" charset="0"/>
              </a:rPr>
              <a:t>="UTF-8"&gt;</a:t>
            </a:r>
          </a:p>
          <a:p>
            <a:pPr>
              <a:lnSpc>
                <a:spcPts val="13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&lt;title&gt;</a:t>
            </a:r>
            <a:r>
              <a:rPr lang="zh-CN" altLang="en-US" sz="1400" b="0" dirty="0">
                <a:latin typeface="Verdana" panose="020B0604030504040204" pitchFamily="34" charset="0"/>
                <a:cs typeface="Verdana" panose="020B0604030504040204" pitchFamily="34" charset="0"/>
              </a:rPr>
              <a:t>给特定对象指定特定事件处理程序</a:t>
            </a:r>
            <a:r>
              <a:rPr lang="en-US" altLang="zh-CN" sz="1400" b="0" dirty="0">
                <a:latin typeface="Verdana" panose="020B0604030504040204" pitchFamily="34" charset="0"/>
                <a:ea typeface="Verdana" panose="020B0604030504040204" pitchFamily="34" charset="0"/>
                <a:cs typeface="Verdana" panose="020B0604030504040204" pitchFamily="34" charset="0"/>
              </a:rPr>
              <a:t>&lt;/title&gt;</a:t>
            </a:r>
          </a:p>
          <a:p>
            <a:pPr>
              <a:lnSpc>
                <a:spcPts val="13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&lt;/head&gt;</a:t>
            </a:r>
          </a:p>
          <a:p>
            <a:pPr>
              <a:lnSpc>
                <a:spcPts val="13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&lt;body&gt;</a:t>
            </a:r>
          </a:p>
          <a:p>
            <a:pPr>
              <a:lnSpc>
                <a:spcPts val="13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&lt;h4&gt;</a:t>
            </a:r>
            <a:r>
              <a:rPr lang="zh-CN" altLang="en-US" sz="1400" b="0" dirty="0">
                <a:latin typeface="Verdana" panose="020B0604030504040204" pitchFamily="34" charset="0"/>
                <a:cs typeface="Verdana" panose="020B0604030504040204" pitchFamily="34" charset="0"/>
              </a:rPr>
              <a:t>给特定对象指定特定事件处理程序</a:t>
            </a:r>
            <a:r>
              <a:rPr lang="en-US" altLang="zh-CN" sz="1400" b="0" dirty="0">
                <a:latin typeface="Verdana" panose="020B0604030504040204" pitchFamily="34" charset="0"/>
                <a:ea typeface="Verdana" panose="020B0604030504040204" pitchFamily="34" charset="0"/>
                <a:cs typeface="Verdana" panose="020B0604030504040204" pitchFamily="34" charset="0"/>
              </a:rPr>
              <a:t>&lt;/h4&gt;</a:t>
            </a:r>
          </a:p>
          <a:p>
            <a:pPr>
              <a:lnSpc>
                <a:spcPts val="13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&lt;script type="text/</a:t>
            </a:r>
            <a:r>
              <a:rPr lang="en-US" altLang="zh-CN" sz="1400" b="0" dirty="0" err="1">
                <a:latin typeface="Verdana" panose="020B0604030504040204" pitchFamily="34" charset="0"/>
                <a:ea typeface="Verdana" panose="020B0604030504040204" pitchFamily="34" charset="0"/>
                <a:cs typeface="Verdana" panose="020B0604030504040204" pitchFamily="34" charset="0"/>
              </a:rPr>
              <a:t>javascript</a:t>
            </a:r>
            <a:r>
              <a:rPr lang="en-US" altLang="zh-CN" sz="1400" b="0" dirty="0">
                <a:latin typeface="Verdana" panose="020B0604030504040204" pitchFamily="34" charset="0"/>
                <a:ea typeface="Verdana" panose="020B0604030504040204" pitchFamily="34" charset="0"/>
                <a:cs typeface="Verdana" panose="020B0604030504040204" pitchFamily="34" charset="0"/>
              </a:rPr>
              <a:t>" for="window" event="</a:t>
            </a:r>
            <a:r>
              <a:rPr lang="en-US" altLang="zh-CN" sz="1400" b="0" dirty="0" err="1">
                <a:latin typeface="Verdana" panose="020B0604030504040204" pitchFamily="34" charset="0"/>
                <a:ea typeface="Verdana" panose="020B0604030504040204" pitchFamily="34" charset="0"/>
                <a:cs typeface="Verdana" panose="020B0604030504040204" pitchFamily="34" charset="0"/>
              </a:rPr>
              <a:t>onload</a:t>
            </a:r>
            <a:r>
              <a:rPr lang="en-US" altLang="zh-CN" sz="1400" b="0" dirty="0">
                <a:latin typeface="Verdana" panose="020B0604030504040204" pitchFamily="34" charset="0"/>
                <a:ea typeface="Verdana" panose="020B0604030504040204" pitchFamily="34" charset="0"/>
                <a:cs typeface="Verdana" panose="020B0604030504040204" pitchFamily="34" charset="0"/>
              </a:rPr>
              <a:t>"&gt;</a:t>
            </a:r>
          </a:p>
          <a:p>
            <a:pPr>
              <a:lnSpc>
                <a:spcPts val="13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alert("</a:t>
            </a:r>
            <a:r>
              <a:rPr lang="zh-CN" altLang="en-US" sz="1400" b="0" dirty="0">
                <a:latin typeface="Verdana" panose="020B0604030504040204" pitchFamily="34" charset="0"/>
                <a:cs typeface="Verdana" panose="020B0604030504040204" pitchFamily="34" charset="0"/>
              </a:rPr>
              <a:t>网页读取完成，欢迎光临！</a:t>
            </a:r>
            <a:r>
              <a:rPr lang="en-US" altLang="zh-CN" sz="1400" b="0" dirty="0">
                <a:latin typeface="Verdana" panose="020B0604030504040204" pitchFamily="34" charset="0"/>
                <a:ea typeface="Verdana" panose="020B0604030504040204" pitchFamily="34" charset="0"/>
                <a:cs typeface="Verdana" panose="020B0604030504040204" pitchFamily="34" charset="0"/>
              </a:rPr>
              <a:t>");</a:t>
            </a:r>
          </a:p>
          <a:p>
            <a:pPr>
              <a:lnSpc>
                <a:spcPts val="13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&lt;/script&gt;		</a:t>
            </a:r>
          </a:p>
          <a:p>
            <a:pPr>
              <a:lnSpc>
                <a:spcPts val="13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body&gt;</a:t>
            </a:r>
          </a:p>
          <a:p>
            <a:pPr>
              <a:lnSpc>
                <a:spcPts val="13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&lt;/html&gt;</a:t>
            </a:r>
            <a:endParaRPr lang="zh-CN" altLang="en-US" sz="1400" b="0" dirty="0">
              <a:latin typeface="Verdana" panose="020B0604030504040204" pitchFamily="34" charset="0"/>
              <a:cs typeface="Verdana" panose="020B0604030504040204" pitchFamily="34" charset="0"/>
            </a:endParaRPr>
          </a:p>
        </p:txBody>
      </p:sp>
      <p:pic>
        <p:nvPicPr>
          <p:cNvPr id="1026" name="Picture 2"/>
          <p:cNvPicPr>
            <a:picLocks noChangeAspect="1" noChangeArrowheads="1"/>
          </p:cNvPicPr>
          <p:nvPr/>
        </p:nvPicPr>
        <p:blipFill>
          <a:blip r:embed="rId2" cstate="print"/>
          <a:srcRect/>
          <a:stretch>
            <a:fillRect/>
          </a:stretch>
        </p:blipFill>
        <p:spPr bwMode="auto">
          <a:xfrm>
            <a:off x="6096000" y="2343150"/>
            <a:ext cx="2820988" cy="1434209"/>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1" nodeType="click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anim calcmode="lin" valueType="num">
                                      <p:cBhvr additive="base">
                                        <p:cTn id="3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1" nodeType="clickEffect">
                                  <p:stCondLst>
                                    <p:cond delay="0"/>
                                  </p:stCondLst>
                                  <p:childTnLst>
                                    <p:set>
                                      <p:cBhvr>
                                        <p:cTn id="36" dur="1" fill="hold">
                                          <p:stCondLst>
                                            <p:cond delay="0"/>
                                          </p:stCondLst>
                                        </p:cTn>
                                        <p:tgtEl>
                                          <p:spTgt spid="5">
                                            <p:txEl>
                                              <p:pRg st="1" end="1"/>
                                            </p:txEl>
                                          </p:spTgt>
                                        </p:tgtEl>
                                        <p:attrNameLst>
                                          <p:attrName>style.visibility</p:attrName>
                                        </p:attrNameLst>
                                      </p:cBhvr>
                                      <p:to>
                                        <p:strVal val="visible"/>
                                      </p:to>
                                    </p:set>
                                    <p:anim calcmode="lin" valueType="num">
                                      <p:cBhvr additive="base">
                                        <p:cTn id="3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1" nodeType="clickEffect">
                                  <p:stCondLst>
                                    <p:cond delay="0"/>
                                  </p:stCondLst>
                                  <p:childTnLst>
                                    <p:set>
                                      <p:cBhvr>
                                        <p:cTn id="42" dur="1" fill="hold">
                                          <p:stCondLst>
                                            <p:cond delay="0"/>
                                          </p:stCondLst>
                                        </p:cTn>
                                        <p:tgtEl>
                                          <p:spTgt spid="5">
                                            <p:txEl>
                                              <p:pRg st="2" end="2"/>
                                            </p:txEl>
                                          </p:spTgt>
                                        </p:tgtEl>
                                        <p:attrNameLst>
                                          <p:attrName>style.visibility</p:attrName>
                                        </p:attrNameLst>
                                      </p:cBhvr>
                                      <p:to>
                                        <p:strVal val="visible"/>
                                      </p:to>
                                    </p:set>
                                    <p:anim calcmode="lin" valueType="num">
                                      <p:cBhvr additive="base">
                                        <p:cTn id="4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1" nodeType="clickEffect">
                                  <p:stCondLst>
                                    <p:cond delay="0"/>
                                  </p:stCondLst>
                                  <p:childTnLst>
                                    <p:set>
                                      <p:cBhvr>
                                        <p:cTn id="48" dur="1" fill="hold">
                                          <p:stCondLst>
                                            <p:cond delay="0"/>
                                          </p:stCondLst>
                                        </p:cTn>
                                        <p:tgtEl>
                                          <p:spTgt spid="5">
                                            <p:txEl>
                                              <p:pRg st="3" end="3"/>
                                            </p:txEl>
                                          </p:spTgt>
                                        </p:tgtEl>
                                        <p:attrNameLst>
                                          <p:attrName>style.visibility</p:attrName>
                                        </p:attrNameLst>
                                      </p:cBhvr>
                                      <p:to>
                                        <p:strVal val="visible"/>
                                      </p:to>
                                    </p:set>
                                    <p:anim calcmode="lin" valueType="num">
                                      <p:cBhvr additive="base">
                                        <p:cTn id="4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r>
              <a:rPr lang="en-US" altLang="zh-CN" dirty="0"/>
              <a:t>15.1.4 </a:t>
            </a:r>
            <a:r>
              <a:rPr lang="zh-CN" altLang="en-US" dirty="0"/>
              <a:t>事件处理程序的返回值</a:t>
            </a:r>
          </a:p>
        </p:txBody>
      </p:sp>
      <p:sp>
        <p:nvSpPr>
          <p:cNvPr id="157699" name="Rectangle 3"/>
          <p:cNvSpPr>
            <a:spLocks noGrp="1" noChangeArrowheads="1"/>
          </p:cNvSpPr>
          <p:nvPr>
            <p:ph idx="1"/>
          </p:nvPr>
        </p:nvSpPr>
        <p:spPr>
          <a:xfrm>
            <a:off x="533400" y="845344"/>
            <a:ext cx="8509000" cy="3860006"/>
          </a:xfrm>
        </p:spPr>
        <p:txBody>
          <a:bodyPr/>
          <a:lstStyle/>
          <a:p>
            <a:pPr>
              <a:lnSpc>
                <a:spcPct val="90000"/>
              </a:lnSpc>
              <a:buNone/>
            </a:pPr>
            <a:r>
              <a:rPr lang="zh-CN" altLang="en-US" dirty="0"/>
              <a:t>事件处理程序的返回值</a:t>
            </a:r>
          </a:p>
          <a:p>
            <a:pPr>
              <a:lnSpc>
                <a:spcPct val="90000"/>
              </a:lnSpc>
              <a:buNone/>
            </a:pPr>
            <a:r>
              <a:rPr lang="zh-CN" altLang="en-US" dirty="0"/>
              <a:t>         </a:t>
            </a:r>
            <a:r>
              <a:rPr lang="zh-CN" altLang="en-US" b="0" dirty="0"/>
              <a:t>在</a:t>
            </a:r>
            <a:r>
              <a:rPr lang="en-US" altLang="zh-CN" b="0" dirty="0"/>
              <a:t>JavaScript</a:t>
            </a:r>
            <a:r>
              <a:rPr lang="zh-CN" altLang="en-US" b="0" dirty="0"/>
              <a:t>中通常事件处理程序</a:t>
            </a:r>
            <a:r>
              <a:rPr lang="zh-CN" altLang="en-US" b="0" dirty="0">
                <a:solidFill>
                  <a:srgbClr val="FF0000"/>
                </a:solidFill>
              </a:rPr>
              <a:t>不需要有返回值</a:t>
            </a:r>
            <a:r>
              <a:rPr lang="zh-CN" altLang="en-US" b="0" dirty="0"/>
              <a:t>，这时浏览器会按默认方式进行处理；很多情况下需要使用返回值，来判断事件处理程序是否正确进行处理。</a:t>
            </a:r>
          </a:p>
          <a:p>
            <a:pPr>
              <a:lnSpc>
                <a:spcPct val="90000"/>
              </a:lnSpc>
              <a:buNone/>
            </a:pPr>
            <a:r>
              <a:rPr lang="zh-CN" altLang="en-US" dirty="0"/>
              <a:t>返回值类型：</a:t>
            </a:r>
            <a:r>
              <a:rPr lang="en-US" altLang="zh-CN" dirty="0" err="1"/>
              <a:t>boolean</a:t>
            </a:r>
            <a:r>
              <a:rPr lang="zh-CN" altLang="en-US" dirty="0"/>
              <a:t>布尔型值</a:t>
            </a:r>
          </a:p>
          <a:p>
            <a:pPr>
              <a:lnSpc>
                <a:spcPct val="90000"/>
              </a:lnSpc>
              <a:buNone/>
            </a:pPr>
            <a:r>
              <a:rPr lang="zh-CN" altLang="en-US" b="0" dirty="0"/>
              <a:t>      浏览器根据返回值的类型决定下一步如何操作。当返回值为</a:t>
            </a:r>
            <a:r>
              <a:rPr lang="en-US" altLang="zh-CN" b="0" dirty="0"/>
              <a:t>true</a:t>
            </a:r>
            <a:r>
              <a:rPr lang="zh-CN" altLang="en-US" b="0" dirty="0"/>
              <a:t>，进行默认操作； 当返回值为 </a:t>
            </a:r>
            <a:r>
              <a:rPr lang="en-US" altLang="zh-CN" b="0" dirty="0"/>
              <a:t>false</a:t>
            </a:r>
            <a:r>
              <a:rPr lang="zh-CN" altLang="en-US" b="0" dirty="0"/>
              <a:t>，阻止浏览器的下一步操作。</a:t>
            </a:r>
          </a:p>
          <a:p>
            <a:pPr>
              <a:lnSpc>
                <a:spcPct val="90000"/>
              </a:lnSpc>
              <a:buNone/>
            </a:pPr>
            <a:r>
              <a:rPr lang="zh-CN" altLang="en-US" sz="1800" dirty="0">
                <a:solidFill>
                  <a:srgbClr val="FF0000"/>
                </a:solidFill>
              </a:rPr>
              <a:t>基本语法：事件句柄</a:t>
            </a:r>
            <a:r>
              <a:rPr lang="en-US" altLang="zh-CN" sz="1800" dirty="0">
                <a:solidFill>
                  <a:srgbClr val="FF0000"/>
                </a:solidFill>
              </a:rPr>
              <a:t>=“return </a:t>
            </a:r>
            <a:r>
              <a:rPr lang="zh-CN" altLang="en-US" sz="1800" dirty="0">
                <a:solidFill>
                  <a:srgbClr val="FF0000"/>
                </a:solidFill>
              </a:rPr>
              <a:t>函数名（参数）</a:t>
            </a:r>
            <a:r>
              <a:rPr lang="en-US" altLang="zh-CN" sz="1800" dirty="0">
                <a:solidFill>
                  <a:srgbClr val="FF0000"/>
                </a:solidFill>
              </a:rPr>
              <a:t>;"       </a:t>
            </a:r>
            <a:endParaRPr lang="zh-CN" altLang="en-US" sz="1800" dirty="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a:lstStyle/>
          <a:p>
            <a:r>
              <a:rPr lang="en-US" altLang="zh-CN" sz="2800" dirty="0"/>
              <a:t>15.1.4 </a:t>
            </a:r>
            <a:r>
              <a:rPr lang="zh-CN" altLang="en-US" sz="2800" dirty="0"/>
              <a:t>事件处理程序的返回值</a:t>
            </a:r>
            <a:r>
              <a:rPr lang="en-US" altLang="zh-CN" sz="2800" dirty="0"/>
              <a:t>-</a:t>
            </a:r>
            <a:r>
              <a:rPr lang="zh-CN" altLang="en-US" sz="2800" dirty="0"/>
              <a:t>案例</a:t>
            </a:r>
            <a:r>
              <a:rPr lang="zh-CN" altLang="en-US" dirty="0"/>
              <a:t> </a:t>
            </a:r>
          </a:p>
        </p:txBody>
      </p:sp>
      <p:sp>
        <p:nvSpPr>
          <p:cNvPr id="4" name="矩形 3"/>
          <p:cNvSpPr/>
          <p:nvPr/>
        </p:nvSpPr>
        <p:spPr>
          <a:xfrm>
            <a:off x="533400" y="819150"/>
            <a:ext cx="4419600" cy="4042132"/>
          </a:xfrm>
          <a:prstGeom prst="rect">
            <a:avLst/>
          </a:prstGeom>
        </p:spPr>
        <p:txBody>
          <a:bodyPr wrap="square">
            <a:spAutoFit/>
          </a:bodyPr>
          <a:lstStyle/>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 edu_15_1_4.html --&gt;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a:t>
            </a:r>
            <a:r>
              <a:rPr lang="en-US" altLang="zh-CN" sz="1400" b="0" dirty="0" err="1">
                <a:latin typeface="Verdana" panose="020B0604030504040204" pitchFamily="34" charset="0"/>
                <a:ea typeface="Verdana" panose="020B0604030504040204" pitchFamily="34" charset="0"/>
                <a:cs typeface="Verdana" panose="020B0604030504040204" pitchFamily="34" charset="0"/>
              </a:rPr>
              <a:t>doctype</a:t>
            </a:r>
            <a:r>
              <a:rPr lang="en-US" altLang="zh-CN" sz="1400" b="0" dirty="0">
                <a:latin typeface="Verdana" panose="020B0604030504040204" pitchFamily="34" charset="0"/>
                <a:ea typeface="Verdana" panose="020B0604030504040204" pitchFamily="34" charset="0"/>
                <a:cs typeface="Verdana" panose="020B0604030504040204" pitchFamily="34" charset="0"/>
              </a:rPr>
              <a:t> html&gt;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&lt;html </a:t>
            </a:r>
            <a:r>
              <a:rPr lang="en-US" altLang="zh-CN" sz="1400" b="0" dirty="0" err="1">
                <a:latin typeface="Verdana" panose="020B0604030504040204" pitchFamily="34" charset="0"/>
                <a:ea typeface="Verdana" panose="020B0604030504040204" pitchFamily="34" charset="0"/>
                <a:cs typeface="Verdana" panose="020B0604030504040204" pitchFamily="34" charset="0"/>
              </a:rPr>
              <a:t>lang</a:t>
            </a:r>
            <a:r>
              <a:rPr lang="en-US" altLang="zh-CN" sz="1400" b="0" dirty="0">
                <a:latin typeface="Verdana" panose="020B0604030504040204" pitchFamily="34" charset="0"/>
                <a:ea typeface="Verdana" panose="020B0604030504040204" pitchFamily="34" charset="0"/>
                <a:cs typeface="Verdana" panose="020B0604030504040204" pitchFamily="34" charset="0"/>
              </a:rPr>
              <a:t>="en"&gt;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&lt;head&gt;&lt;meta </a:t>
            </a:r>
            <a:r>
              <a:rPr lang="en-US" altLang="zh-CN" sz="1400" b="0" dirty="0" err="1">
                <a:latin typeface="Verdana" panose="020B0604030504040204" pitchFamily="34" charset="0"/>
                <a:ea typeface="Verdana" panose="020B0604030504040204" pitchFamily="34" charset="0"/>
                <a:cs typeface="Verdana" panose="020B0604030504040204" pitchFamily="34" charset="0"/>
              </a:rPr>
              <a:t>charset</a:t>
            </a:r>
            <a:r>
              <a:rPr lang="en-US" altLang="zh-CN" sz="1400" b="0" dirty="0">
                <a:latin typeface="Verdana" panose="020B0604030504040204" pitchFamily="34" charset="0"/>
                <a:ea typeface="Verdana" panose="020B0604030504040204" pitchFamily="34" charset="0"/>
                <a:cs typeface="Verdana" panose="020B0604030504040204" pitchFamily="34" charset="0"/>
              </a:rPr>
              <a:t>="UTF-8"&gt;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&lt;title&gt;</a:t>
            </a:r>
            <a:r>
              <a:rPr lang="zh-CN" altLang="en-US" sz="1400" b="0" dirty="0">
                <a:latin typeface="Verdana" panose="020B0604030504040204" pitchFamily="34" charset="0"/>
                <a:ea typeface="Verdana" panose="020B0604030504040204" pitchFamily="34" charset="0"/>
                <a:cs typeface="Verdana" panose="020B0604030504040204" pitchFamily="34" charset="0"/>
              </a:rPr>
              <a:t>事件处理程序返回值的应用</a:t>
            </a:r>
            <a:r>
              <a:rPr lang="en-US" altLang="zh-CN" sz="1400" b="0" dirty="0">
                <a:latin typeface="Verdana" panose="020B0604030504040204" pitchFamily="34" charset="0"/>
                <a:ea typeface="Verdana" panose="020B0604030504040204" pitchFamily="34" charset="0"/>
                <a:cs typeface="Verdana" panose="020B0604030504040204" pitchFamily="34" charset="0"/>
              </a:rPr>
              <a:t>&lt;/title&gt;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&lt;script language="</a:t>
            </a:r>
            <a:r>
              <a:rPr lang="en-US" altLang="zh-CN" sz="1400" b="0" dirty="0" err="1">
                <a:latin typeface="Verdana" panose="020B0604030504040204" pitchFamily="34" charset="0"/>
                <a:ea typeface="Verdana" panose="020B0604030504040204" pitchFamily="34" charset="0"/>
                <a:cs typeface="Verdana" panose="020B0604030504040204" pitchFamily="34" charset="0"/>
              </a:rPr>
              <a:t>javascript</a:t>
            </a:r>
            <a:r>
              <a:rPr lang="en-US" altLang="zh-CN" sz="1400" b="0" dirty="0">
                <a:latin typeface="Verdana" panose="020B0604030504040204" pitchFamily="34" charset="0"/>
                <a:ea typeface="Verdana" panose="020B0604030504040204" pitchFamily="34" charset="0"/>
                <a:cs typeface="Verdana" panose="020B0604030504040204" pitchFamily="34" charset="0"/>
              </a:rPr>
              <a:t>"&gt;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function </a:t>
            </a:r>
            <a:r>
              <a:rPr lang="en-US" altLang="zh-CN" sz="1400" b="0" dirty="0" err="1">
                <a:latin typeface="Verdana" panose="020B0604030504040204" pitchFamily="34" charset="0"/>
                <a:ea typeface="Verdana" panose="020B0604030504040204" pitchFamily="34" charset="0"/>
                <a:cs typeface="Verdana" panose="020B0604030504040204" pitchFamily="34" charset="0"/>
              </a:rPr>
              <a:t>showName</a:t>
            </a:r>
            <a:r>
              <a:rPr lang="en-US" altLang="zh-CN" sz="1400" b="0" dirty="0">
                <a:latin typeface="Verdana" panose="020B0604030504040204" pitchFamily="34" charset="0"/>
                <a:ea typeface="Verdana" panose="020B0604030504040204" pitchFamily="34" charset="0"/>
                <a:cs typeface="Verdana" panose="020B0604030504040204" pitchFamily="34" charset="0"/>
              </a:rPr>
              <a: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if(document.form1.name1.value=="")</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alert("</a:t>
            </a:r>
            <a:r>
              <a:rPr lang="zh-CN" altLang="en-US" sz="1400" b="0" dirty="0">
                <a:latin typeface="Verdana" panose="020B0604030504040204" pitchFamily="34" charset="0"/>
                <a:ea typeface="Verdana" panose="020B0604030504040204" pitchFamily="34" charset="0"/>
                <a:cs typeface="Verdana" panose="020B0604030504040204" pitchFamily="34" charset="0"/>
              </a:rPr>
              <a:t>没有输入内容！</a:t>
            </a:r>
            <a:r>
              <a:rPr lang="en-US" altLang="zh-CN" sz="1400" b="0" dirty="0">
                <a:latin typeface="Verdana" panose="020B0604030504040204" pitchFamily="34" charset="0"/>
                <a:ea typeface="Verdana" panose="020B0604030504040204" pitchFamily="34" charset="0"/>
                <a:cs typeface="Verdana" panose="020B0604030504040204" pitchFamily="34" charset="0"/>
              </a:rPr>
              <a: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return false;</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}else {</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alert("</a:t>
            </a:r>
            <a:r>
              <a:rPr lang="zh-CN" altLang="en-US" sz="1400" b="0" dirty="0">
                <a:latin typeface="Verdana" panose="020B0604030504040204" pitchFamily="34" charset="0"/>
                <a:ea typeface="Verdana" panose="020B0604030504040204" pitchFamily="34" charset="0"/>
                <a:cs typeface="Verdana" panose="020B0604030504040204" pitchFamily="34" charset="0"/>
              </a:rPr>
              <a:t>欢迎你</a:t>
            </a:r>
            <a:r>
              <a:rPr lang="en-US" altLang="zh-CN" sz="1400" b="0" dirty="0">
                <a:latin typeface="Verdana" panose="020B0604030504040204" pitchFamily="34" charset="0"/>
                <a:ea typeface="Verdana" panose="020B0604030504040204" pitchFamily="34" charset="0"/>
                <a:cs typeface="Verdana" panose="020B0604030504040204" pitchFamily="34" charset="0"/>
              </a:rPr>
              <a:t>!"+document.form1.name1.value);</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return true;}</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&lt;/script&gt;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&lt;/head&gt;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&lt;body&gt;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&lt;h4&gt;</a:t>
            </a:r>
            <a:r>
              <a:rPr lang="zh-CN" altLang="en-US" sz="1400" b="0" dirty="0">
                <a:latin typeface="Verdana" panose="020B0604030504040204" pitchFamily="34" charset="0"/>
                <a:ea typeface="Verdana" panose="020B0604030504040204" pitchFamily="34" charset="0"/>
                <a:cs typeface="Verdana" panose="020B0604030504040204" pitchFamily="34" charset="0"/>
              </a:rPr>
              <a:t>事件处理程序返回值的应用</a:t>
            </a:r>
            <a:r>
              <a:rPr lang="en-US" altLang="zh-CN" sz="1400" b="0" dirty="0">
                <a:latin typeface="Verdana" panose="020B0604030504040204" pitchFamily="34" charset="0"/>
                <a:ea typeface="Verdana" panose="020B0604030504040204" pitchFamily="34" charset="0"/>
                <a:cs typeface="Verdana" panose="020B0604030504040204" pitchFamily="34" charset="0"/>
              </a:rPr>
              <a:t>&lt;/h4&gt;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 </a:t>
            </a:r>
            <a:r>
              <a:rPr lang="en-US" altLang="zh-CN" sz="1400" b="0" dirty="0" err="1">
                <a:latin typeface="Verdana" panose="020B0604030504040204" pitchFamily="34" charset="0"/>
                <a:ea typeface="Verdana" panose="020B0604030504040204" pitchFamily="34" charset="0"/>
                <a:cs typeface="Verdana" panose="020B0604030504040204" pitchFamily="34" charset="0"/>
              </a:rPr>
              <a:t>onsubmit</a:t>
            </a:r>
            <a:r>
              <a:rPr lang="zh-CN" altLang="en-US" sz="1400" b="0" dirty="0">
                <a:latin typeface="Verdana" panose="020B0604030504040204" pitchFamily="34" charset="0"/>
                <a:ea typeface="Verdana" panose="020B0604030504040204" pitchFamily="34" charset="0"/>
                <a:cs typeface="Verdana" panose="020B0604030504040204" pitchFamily="34" charset="0"/>
              </a:rPr>
              <a:t>事件处理函数返回真值就执行</a:t>
            </a:r>
            <a:r>
              <a:rPr lang="en-US" altLang="zh-CN" sz="1400" b="0" dirty="0">
                <a:latin typeface="Verdana" panose="020B0604030504040204" pitchFamily="34" charset="0"/>
                <a:ea typeface="Verdana" panose="020B0604030504040204" pitchFamily="34" charset="0"/>
                <a:cs typeface="Verdana" panose="020B0604030504040204" pitchFamily="34" charset="0"/>
              </a:rPr>
              <a:t>action</a:t>
            </a:r>
            <a:r>
              <a:rPr lang="zh-CN" altLang="en-US" sz="1400" b="0" dirty="0">
                <a:latin typeface="Verdana" panose="020B0604030504040204" pitchFamily="34" charset="0"/>
                <a:ea typeface="Verdana" panose="020B0604030504040204" pitchFamily="34" charset="0"/>
                <a:cs typeface="Verdana" panose="020B0604030504040204" pitchFamily="34" charset="0"/>
              </a:rPr>
              <a:t>指定的网页 </a:t>
            </a:r>
            <a:r>
              <a:rPr lang="en-US" altLang="zh-CN" sz="1400" b="0" dirty="0">
                <a:latin typeface="Verdana" panose="020B0604030504040204" pitchFamily="34" charset="0"/>
                <a:ea typeface="Verdana" panose="020B0604030504040204" pitchFamily="34" charset="0"/>
                <a:cs typeface="Verdana" panose="020B0604030504040204" pitchFamily="34" charset="0"/>
              </a:rPr>
              <a:t>--&gt;</a:t>
            </a:r>
          </a:p>
          <a:p>
            <a:pPr>
              <a:lnSpc>
                <a:spcPts val="1400"/>
              </a:lnSpc>
              <a:spcBef>
                <a:spcPts val="0"/>
              </a:spcBef>
            </a:pP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p:txBody>
      </p:sp>
      <p:sp>
        <p:nvSpPr>
          <p:cNvPr id="5" name="矩形 4"/>
          <p:cNvSpPr/>
          <p:nvPr/>
        </p:nvSpPr>
        <p:spPr>
          <a:xfrm>
            <a:off x="6858000" y="2561917"/>
            <a:ext cx="2209800" cy="2067233"/>
          </a:xfrm>
          <a:prstGeom prst="rect">
            <a:avLst/>
          </a:prstGeom>
          <a:ln>
            <a:solidFill>
              <a:srgbClr val="0000FA"/>
            </a:solidFill>
          </a:ln>
        </p:spPr>
        <p:txBody>
          <a:bodyPr wrap="square">
            <a:spAutoFit/>
          </a:bodyPr>
          <a:lstStyle/>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rPr>
              <a:t>&lt;!-- simple.html --&gt;</a:t>
            </a: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rPr>
              <a:t>&lt;html&gt;</a:t>
            </a: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rPr>
              <a:t> &lt;head&gt;</a:t>
            </a: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rPr>
              <a:t>  &lt;title&gt; </a:t>
            </a:r>
            <a:r>
              <a:rPr lang="zh-CN" altLang="en-US" sz="1400" dirty="0">
                <a:latin typeface="Verdana" panose="020B0604030504040204" pitchFamily="34" charset="0"/>
                <a:cs typeface="Verdana" panose="020B0604030504040204" pitchFamily="34" charset="0"/>
              </a:rPr>
              <a:t>简单测试页面 </a:t>
            </a:r>
            <a:r>
              <a:rPr lang="en-US" altLang="zh-CN" sz="1400" dirty="0">
                <a:latin typeface="Verdana" panose="020B0604030504040204" pitchFamily="34" charset="0"/>
                <a:ea typeface="Verdana" panose="020B0604030504040204" pitchFamily="34" charset="0"/>
                <a:cs typeface="Verdana" panose="020B0604030504040204" pitchFamily="34" charset="0"/>
              </a:rPr>
              <a:t>&lt;/title&gt;</a:t>
            </a: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rPr>
              <a:t>  &lt;/head&gt;</a:t>
            </a: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rPr>
              <a:t> &lt;body&gt;</a:t>
            </a: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rPr>
              <a:t>   &lt;p&gt;</a:t>
            </a:r>
            <a:r>
              <a:rPr lang="zh-CN" altLang="en-US" sz="1400" dirty="0">
                <a:latin typeface="Verdana" panose="020B0604030504040204" pitchFamily="34" charset="0"/>
                <a:cs typeface="Verdana" panose="020B0604030504040204" pitchFamily="34" charset="0"/>
              </a:rPr>
              <a:t>这是简单测试页面</a:t>
            </a:r>
            <a:r>
              <a:rPr lang="en-US" altLang="zh-CN" sz="1400" dirty="0">
                <a:latin typeface="Verdana" panose="020B0604030504040204" pitchFamily="34" charset="0"/>
                <a:ea typeface="Verdana" panose="020B0604030504040204" pitchFamily="34" charset="0"/>
                <a:cs typeface="Verdana" panose="020B0604030504040204" pitchFamily="34" charset="0"/>
              </a:rPr>
              <a:t>&lt;/p&gt;</a:t>
            </a: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rPr>
              <a:t> &lt;/body&gt;</a:t>
            </a:r>
          </a:p>
          <a:p>
            <a:pPr>
              <a:lnSpc>
                <a:spcPts val="1400"/>
              </a:lnSpc>
              <a:spcBef>
                <a:spcPts val="0"/>
              </a:spcBef>
            </a:pPr>
            <a:r>
              <a:rPr lang="en-US" altLang="zh-CN" sz="1400" dirty="0">
                <a:latin typeface="Verdana" panose="020B0604030504040204" pitchFamily="34" charset="0"/>
                <a:ea typeface="Verdana" panose="020B0604030504040204" pitchFamily="34" charset="0"/>
                <a:cs typeface="Verdana" panose="020B0604030504040204" pitchFamily="34" charset="0"/>
              </a:rPr>
              <a:t>&lt;/html&gt;</a:t>
            </a:r>
            <a:endParaRPr lang="en-US" altLang="zh-CN" sz="2000" dirty="0">
              <a:latin typeface="Verdana" panose="020B0604030504040204" pitchFamily="34" charset="0"/>
              <a:ea typeface="Verdana" panose="020B0604030504040204" pitchFamily="34" charset="0"/>
              <a:cs typeface="Verdana" panose="020B0604030504040204" pitchFamily="34" charset="0"/>
            </a:endParaRPr>
          </a:p>
        </p:txBody>
      </p:sp>
      <p:sp>
        <p:nvSpPr>
          <p:cNvPr id="6" name="圆角矩形标注 5"/>
          <p:cNvSpPr/>
          <p:nvPr/>
        </p:nvSpPr>
        <p:spPr bwMode="auto">
          <a:xfrm>
            <a:off x="4953000" y="2800350"/>
            <a:ext cx="1828800" cy="1600200"/>
          </a:xfrm>
          <a:prstGeom prst="wedgeRoundRectCallout">
            <a:avLst>
              <a:gd name="adj1" fmla="val 54048"/>
              <a:gd name="adj2" fmla="val -105325"/>
              <a:gd name="adj3" fmla="val 16667"/>
            </a:avLst>
          </a:prstGeom>
          <a:solidFill>
            <a:srgbClr val="0000FA"/>
          </a:solidFill>
          <a:ln w="25400" cap="flat" cmpd="sng" algn="ctr">
            <a:solidFill>
              <a:srgbClr val="FFFFFF"/>
            </a:solidFill>
            <a:prstDash val="solid"/>
            <a:round/>
            <a:headEnd type="none" w="med" len="med"/>
            <a:tailEnd type="none" w="med" len="med"/>
          </a:ln>
          <a:effectLst>
            <a:outerShdw dist="107763" dir="2700000" algn="ctr" rotWithShape="0">
              <a:srgbClr val="000000">
                <a:alpha val="50000"/>
              </a:srgbClr>
            </a:outerShdw>
          </a:effectLst>
        </p:spPr>
        <p:txBody>
          <a:bodyPr vert="horz" wrap="none" lIns="91440" tIns="45720" rIns="91440" bIns="45720" numCol="1" rtlCol="0" anchor="ctr" anchorCtr="0" compatLnSpc="1"/>
          <a:lstStyle/>
          <a:p>
            <a:pPr marR="0" algn="l" defTabSz="1158875" rtl="0" eaLnBrk="0" fontAlgn="base" latinLnBrk="0" hangingPunct="0">
              <a:lnSpc>
                <a:spcPct val="90000"/>
              </a:lnSpc>
              <a:spcBef>
                <a:spcPct val="20000"/>
              </a:spcBef>
              <a:spcAft>
                <a:spcPct val="0"/>
              </a:spcAft>
              <a:buClr>
                <a:srgbClr val="660066"/>
              </a:buClr>
              <a:buSzPct val="100000"/>
              <a:buFont typeface="Wingdings" panose="05000000000000000000" pitchFamily="2" charset="2"/>
              <a:buNone/>
              <a:tabLst>
                <a:tab pos="1614170" algn="l"/>
              </a:tabLst>
            </a:pPr>
            <a:r>
              <a:rPr kumimoji="0" lang="zh-CN" altLang="en-US" sz="1800" b="1"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返回结果为真，</a:t>
            </a:r>
            <a:endParaRPr kumimoji="0" lang="en-US" altLang="zh-CN" sz="1800" b="1" i="0" u="none" strike="noStrike" cap="none" normalizeH="0" baseline="0" dirty="0">
              <a:ln>
                <a:noFill/>
              </a:ln>
              <a:solidFill>
                <a:schemeClr val="bg1"/>
              </a:solidFill>
              <a:effectLst/>
              <a:latin typeface="黑体" panose="02010609060101010101" pitchFamily="49" charset="-122"/>
              <a:ea typeface="黑体" panose="02010609060101010101" pitchFamily="49" charset="-122"/>
            </a:endParaRPr>
          </a:p>
          <a:p>
            <a:pPr marR="0" algn="l" defTabSz="1158875" rtl="0" eaLnBrk="0" fontAlgn="base" latinLnBrk="0" hangingPunct="0">
              <a:lnSpc>
                <a:spcPct val="90000"/>
              </a:lnSpc>
              <a:spcBef>
                <a:spcPct val="20000"/>
              </a:spcBef>
              <a:spcAft>
                <a:spcPct val="0"/>
              </a:spcAft>
              <a:buClr>
                <a:srgbClr val="660066"/>
              </a:buClr>
              <a:buSzPct val="100000"/>
              <a:buFont typeface="Wingdings" panose="05000000000000000000" pitchFamily="2" charset="2"/>
              <a:buNone/>
              <a:tabLst>
                <a:tab pos="1614170" algn="l"/>
              </a:tabLst>
            </a:pPr>
            <a:r>
              <a:rPr kumimoji="0" lang="zh-CN" altLang="en-US" sz="1800" b="1"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跳转到</a:t>
            </a:r>
            <a:r>
              <a:rPr lang="en-US" altLang="zh-CN" sz="1800" dirty="0">
                <a:solidFill>
                  <a:schemeClr val="bg1"/>
                </a:solidFill>
              </a:rPr>
              <a:t>action</a:t>
            </a:r>
          </a:p>
          <a:p>
            <a:pPr marR="0" algn="l" defTabSz="1158875" rtl="0" eaLnBrk="0" fontAlgn="base" latinLnBrk="0" hangingPunct="0">
              <a:lnSpc>
                <a:spcPct val="90000"/>
              </a:lnSpc>
              <a:spcBef>
                <a:spcPct val="20000"/>
              </a:spcBef>
              <a:spcAft>
                <a:spcPct val="0"/>
              </a:spcAft>
              <a:buClr>
                <a:srgbClr val="660066"/>
              </a:buClr>
              <a:buSzPct val="100000"/>
              <a:buFont typeface="Wingdings" panose="05000000000000000000" pitchFamily="2" charset="2"/>
              <a:buNone/>
              <a:tabLst>
                <a:tab pos="1614170" algn="l"/>
              </a:tabLst>
            </a:pPr>
            <a:r>
              <a:rPr lang="zh-CN" altLang="en-US" sz="1800" dirty="0">
                <a:solidFill>
                  <a:schemeClr val="bg1"/>
                </a:solidFill>
              </a:rPr>
              <a:t>属性指定的</a:t>
            </a:r>
            <a:r>
              <a:rPr lang="en-US" altLang="zh-CN" sz="1800" dirty="0">
                <a:solidFill>
                  <a:schemeClr val="bg1"/>
                </a:solidFill>
              </a:rPr>
              <a:t>URL</a:t>
            </a:r>
          </a:p>
          <a:p>
            <a:pPr marR="0" algn="l" defTabSz="1158875" rtl="0" eaLnBrk="0" fontAlgn="base" latinLnBrk="0" hangingPunct="0">
              <a:lnSpc>
                <a:spcPct val="90000"/>
              </a:lnSpc>
              <a:spcBef>
                <a:spcPct val="20000"/>
              </a:spcBef>
              <a:spcAft>
                <a:spcPct val="0"/>
              </a:spcAft>
              <a:buClr>
                <a:srgbClr val="660066"/>
              </a:buClr>
              <a:buSzPct val="100000"/>
              <a:buFont typeface="Wingdings" panose="05000000000000000000" pitchFamily="2" charset="2"/>
              <a:buNone/>
              <a:tabLst>
                <a:tab pos="1614170" algn="l"/>
              </a:tabLst>
            </a:pPr>
            <a:r>
              <a:rPr lang="zh-CN" altLang="en-US" sz="1800" dirty="0">
                <a:solidFill>
                  <a:schemeClr val="bg1"/>
                </a:solidFill>
              </a:rPr>
              <a:t>上执行</a:t>
            </a:r>
            <a:endParaRPr kumimoji="0" lang="zh-CN" altLang="en-US" sz="1800" b="1" i="0" u="none" strike="noStrike" cap="none" normalizeH="0" baseline="0" dirty="0">
              <a:ln>
                <a:noFill/>
              </a:ln>
              <a:solidFill>
                <a:schemeClr val="bg1"/>
              </a:solidFill>
              <a:effectLst/>
              <a:latin typeface="黑体" panose="02010609060101010101" pitchFamily="49" charset="-122"/>
              <a:ea typeface="黑体" panose="02010609060101010101" pitchFamily="49" charset="-122"/>
            </a:endParaRPr>
          </a:p>
        </p:txBody>
      </p:sp>
      <p:sp>
        <p:nvSpPr>
          <p:cNvPr id="7" name="矩形 6"/>
          <p:cNvSpPr/>
          <p:nvPr/>
        </p:nvSpPr>
        <p:spPr>
          <a:xfrm>
            <a:off x="5105400" y="819150"/>
            <a:ext cx="3962400" cy="1528624"/>
          </a:xfrm>
          <a:prstGeom prst="rect">
            <a:avLst/>
          </a:prstGeom>
        </p:spPr>
        <p:txBody>
          <a:bodyPr wrap="square">
            <a:spAutoFit/>
          </a:bodyPr>
          <a:lstStyle/>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&lt;form name="form1" action="</a:t>
            </a:r>
            <a:r>
              <a:rPr lang="en-US" altLang="zh-CN" sz="1400" b="0" dirty="0" err="1">
                <a:latin typeface="Verdana" panose="020B0604030504040204" pitchFamily="34" charset="0"/>
                <a:ea typeface="Verdana" panose="020B0604030504040204" pitchFamily="34" charset="0"/>
                <a:cs typeface="Verdana" panose="020B0604030504040204" pitchFamily="34" charset="0"/>
              </a:rPr>
              <a:t>simple.html</a:t>
            </a:r>
            <a:r>
              <a:rPr lang="en-US" altLang="zh-CN" sz="1400" b="0" dirty="0">
                <a:latin typeface="Verdana" panose="020B0604030504040204" pitchFamily="34" charset="0"/>
                <a:ea typeface="Verdana" panose="020B0604030504040204" pitchFamily="34" charset="0"/>
                <a:cs typeface="Verdana" panose="020B0604030504040204" pitchFamily="34" charset="0"/>
              </a:rPr>
              <a:t>" </a:t>
            </a:r>
            <a:r>
              <a:rPr lang="en-US" altLang="zh-CN" sz="1400" b="0" dirty="0" err="1">
                <a:latin typeface="Verdana" panose="020B0604030504040204" pitchFamily="34" charset="0"/>
                <a:ea typeface="Verdana" panose="020B0604030504040204" pitchFamily="34" charset="0"/>
                <a:cs typeface="Verdana" panose="020B0604030504040204" pitchFamily="34" charset="0"/>
              </a:rPr>
              <a:t>onsubmit</a:t>
            </a:r>
            <a:r>
              <a:rPr lang="en-US" altLang="zh-CN" sz="1400" b="0" dirty="0">
                <a:latin typeface="Verdana" panose="020B0604030504040204" pitchFamily="34" charset="0"/>
                <a:ea typeface="Verdana" panose="020B0604030504040204" pitchFamily="34" charset="0"/>
                <a:cs typeface="Verdana" panose="020B0604030504040204" pitchFamily="34" charset="0"/>
              </a:rPr>
              <a:t>="return </a:t>
            </a:r>
            <a:r>
              <a:rPr lang="en-US" altLang="zh-CN" sz="1400" b="0" dirty="0" err="1">
                <a:latin typeface="Verdana" panose="020B0604030504040204" pitchFamily="34" charset="0"/>
                <a:ea typeface="Verdana" panose="020B0604030504040204" pitchFamily="34" charset="0"/>
                <a:cs typeface="Verdana" panose="020B0604030504040204" pitchFamily="34" charset="0"/>
              </a:rPr>
              <a:t>showName</a:t>
            </a:r>
            <a:r>
              <a:rPr lang="en-US" altLang="zh-CN" sz="1400" b="0" dirty="0">
                <a:latin typeface="Verdana" panose="020B0604030504040204" pitchFamily="34" charset="0"/>
                <a:ea typeface="Verdana" panose="020B0604030504040204" pitchFamily="34" charset="0"/>
                <a:cs typeface="Verdana" panose="020B0604030504040204" pitchFamily="34" charset="0"/>
              </a:rPr>
              <a:t>();"&gt;</a:t>
            </a:r>
          </a:p>
          <a:p>
            <a:pPr>
              <a:lnSpc>
                <a:spcPts val="1400"/>
              </a:lnSpc>
              <a:spcBef>
                <a:spcPts val="0"/>
              </a:spcBef>
            </a:pPr>
            <a:r>
              <a:rPr lang="zh-CN" altLang="en-US" sz="1400" b="0" dirty="0">
                <a:latin typeface="Verdana" panose="020B0604030504040204" pitchFamily="34" charset="0"/>
                <a:ea typeface="Verdana" panose="020B0604030504040204" pitchFamily="34" charset="0"/>
                <a:cs typeface="Verdana" panose="020B0604030504040204" pitchFamily="34" charset="0"/>
              </a:rPr>
              <a:t>姓名：</a:t>
            </a:r>
            <a:r>
              <a:rPr lang="en-US" altLang="zh-CN" sz="1400" b="0" dirty="0">
                <a:latin typeface="Verdana" panose="020B0604030504040204" pitchFamily="34" charset="0"/>
                <a:ea typeface="Verdana" panose="020B0604030504040204" pitchFamily="34" charset="0"/>
                <a:cs typeface="Verdana" panose="020B0604030504040204" pitchFamily="34" charset="0"/>
              </a:rPr>
              <a:t>&lt;input type="text" name="name1" /&gt;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&lt;input type="submit" value="</a:t>
            </a:r>
            <a:r>
              <a:rPr lang="zh-CN" altLang="en-US" sz="1400" b="0" dirty="0">
                <a:latin typeface="Verdana" panose="020B0604030504040204" pitchFamily="34" charset="0"/>
                <a:ea typeface="Verdana" panose="020B0604030504040204" pitchFamily="34" charset="0"/>
                <a:cs typeface="Verdana" panose="020B0604030504040204" pitchFamily="34" charset="0"/>
              </a:rPr>
              <a:t>提交</a:t>
            </a:r>
            <a:r>
              <a:rPr lang="en-US" altLang="zh-CN" sz="1400" b="0" dirty="0">
                <a:latin typeface="Verdana" panose="020B0604030504040204" pitchFamily="34" charset="0"/>
                <a:ea typeface="Verdana" panose="020B0604030504040204" pitchFamily="34" charset="0"/>
                <a:cs typeface="Verdana" panose="020B0604030504040204" pitchFamily="34" charset="0"/>
              </a:rPr>
              <a:t>"/&gt;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&lt;/form&gt;&lt;/body&gt;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&lt;/html&gt;</a:t>
            </a:r>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8" presetClass="entr" presetSubtype="16"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amond(in)">
                                      <p:cBhvr>
                                        <p:cTn id="19"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en-US" altLang="zh-CN" dirty="0"/>
              <a:t>15.2  </a:t>
            </a:r>
            <a:r>
              <a:rPr lang="zh-CN" altLang="en-US" dirty="0"/>
              <a:t>表单事件</a:t>
            </a:r>
          </a:p>
        </p:txBody>
      </p:sp>
      <p:sp>
        <p:nvSpPr>
          <p:cNvPr id="4" name="Rectangle 3"/>
          <p:cNvSpPr txBox="1">
            <a:spLocks noChangeArrowheads="1"/>
          </p:cNvSpPr>
          <p:nvPr/>
        </p:nvSpPr>
        <p:spPr bwMode="auto">
          <a:xfrm>
            <a:off x="533400" y="825103"/>
            <a:ext cx="8502651" cy="756047"/>
          </a:xfrm>
          <a:prstGeom prst="rect">
            <a:avLst/>
          </a:prstGeom>
          <a:noFill/>
          <a:ln w="12700">
            <a:noFill/>
            <a:miter lim="800000"/>
          </a:ln>
          <a:effectLst/>
        </p:spPr>
        <p:txBody>
          <a:bodyPr vert="horz" wrap="square" lIns="91440" tIns="45720" rIns="91440" bIns="45720" numCol="1" anchor="t" anchorCtr="0" compatLnSpc="1"/>
          <a:lstStyle/>
          <a:p>
            <a:pPr defTabSz="1158875">
              <a:lnSpc>
                <a:spcPct val="100000"/>
              </a:lnSpc>
              <a:spcBef>
                <a:spcPts val="0"/>
              </a:spcBef>
              <a:spcAft>
                <a:spcPts val="0"/>
              </a:spcAft>
              <a:buClr>
                <a:srgbClr val="0000CC"/>
              </a:buClr>
            </a:pPr>
            <a:r>
              <a:rPr kumimoji="0" lang="en-US" altLang="zh-CN"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      </a:t>
            </a:r>
            <a:r>
              <a:rPr kumimoji="0" lang="en-US" altLang="zh-CN" b="0" i="0" u="none" strike="noStrike" kern="0" cap="none" spc="0" normalizeH="0" noProof="0" dirty="0">
                <a:ln>
                  <a:noFill/>
                </a:ln>
                <a:solidFill>
                  <a:schemeClr val="tx1"/>
                </a:solidFill>
                <a:effectLst/>
                <a:uLnTx/>
                <a:uFillTx/>
                <a:latin typeface="微软雅黑" panose="020B0503020204020204" pitchFamily="34" charset="-122"/>
                <a:ea typeface="微软雅黑" panose="020B0503020204020204" pitchFamily="34" charset="-122"/>
              </a:rPr>
              <a:t> </a:t>
            </a:r>
            <a:r>
              <a:rPr kumimoji="0" lang="en-US" altLang="zh-CN"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Form</a:t>
            </a:r>
            <a:r>
              <a:rPr kumimoji="0" lang="zh-CN" altLang="en-US"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表单是网页设计是一种重要的与用户进行交互的工具，它用于采集用户输入各类信息。表单事件如下表</a:t>
            </a:r>
            <a:r>
              <a:rPr lang="zh-CN" altLang="en-US" b="0" dirty="0">
                <a:latin typeface="微软雅黑" panose="020B0503020204020204" pitchFamily="34" charset="-122"/>
                <a:ea typeface="微软雅黑" panose="020B0503020204020204" pitchFamily="34" charset="-122"/>
                <a:cs typeface="Times New Roman" panose="02020603050405020304" pitchFamily="18" charset="0"/>
              </a:rPr>
              <a:t>所示。</a:t>
            </a:r>
            <a:endParaRPr lang="en-US" altLang="zh-CN" b="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1158875" rtl="0" eaLnBrk="0" fontAlgn="base" latinLnBrk="0" hangingPunct="0">
              <a:lnSpc>
                <a:spcPct val="100000"/>
              </a:lnSpc>
              <a:spcBef>
                <a:spcPct val="30000"/>
              </a:spcBef>
              <a:spcAft>
                <a:spcPct val="20000"/>
              </a:spcAft>
              <a:buClr>
                <a:srgbClr val="0000CC"/>
              </a:buClr>
              <a:buSzPct val="100000"/>
              <a:buFont typeface="Wingdings" panose="05000000000000000000" pitchFamily="2" charset="2"/>
              <a:buNone/>
              <a:defRPr/>
            </a:pPr>
            <a:endParaRPr kumimoji="0" lang="zh-CN" altLang="en-US" sz="2400" b="1" i="0" u="none" strike="noStrike" kern="0" cap="none" spc="0" normalizeH="0" baseline="0" noProof="0" dirty="0">
              <a:ln>
                <a:noFill/>
              </a:ln>
              <a:solidFill>
                <a:schemeClr val="tx1"/>
              </a:solidFill>
              <a:effectLst/>
              <a:uLnTx/>
              <a:uFillTx/>
              <a:latin typeface="+mn-lt"/>
              <a:ea typeface="微软雅黑" panose="020B0503020204020204" pitchFamily="34" charset="-122"/>
              <a:cs typeface="+mn-cs"/>
            </a:endParaRPr>
          </a:p>
        </p:txBody>
      </p:sp>
      <p:graphicFrame>
        <p:nvGraphicFramePr>
          <p:cNvPr id="3" name="表格 2"/>
          <p:cNvGraphicFramePr>
            <a:graphicFrameLocks noGrp="1"/>
          </p:cNvGraphicFramePr>
          <p:nvPr/>
        </p:nvGraphicFramePr>
        <p:xfrm>
          <a:off x="838200" y="1809750"/>
          <a:ext cx="7974013" cy="2628899"/>
        </p:xfrm>
        <a:graphic>
          <a:graphicData uri="http://schemas.openxmlformats.org/drawingml/2006/table">
            <a:tbl>
              <a:tblPr>
                <a:tableStyleId>{5DA37D80-6434-44D0-A028-1B22A696006F}</a:tableStyleId>
              </a:tblPr>
              <a:tblGrid>
                <a:gridCol w="1446915">
                  <a:extLst>
                    <a:ext uri="{9D8B030D-6E8A-4147-A177-3AD203B41FA5}">
                      <a16:colId xmlns:a16="http://schemas.microsoft.com/office/drawing/2014/main" val="20000"/>
                    </a:ext>
                  </a:extLst>
                </a:gridCol>
                <a:gridCol w="1685162">
                  <a:extLst>
                    <a:ext uri="{9D8B030D-6E8A-4147-A177-3AD203B41FA5}">
                      <a16:colId xmlns:a16="http://schemas.microsoft.com/office/drawing/2014/main" val="20001"/>
                    </a:ext>
                  </a:extLst>
                </a:gridCol>
                <a:gridCol w="4841936">
                  <a:extLst>
                    <a:ext uri="{9D8B030D-6E8A-4147-A177-3AD203B41FA5}">
                      <a16:colId xmlns:a16="http://schemas.microsoft.com/office/drawing/2014/main" val="20002"/>
                    </a:ext>
                  </a:extLst>
                </a:gridCol>
              </a:tblGrid>
              <a:tr h="31465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500" u="none" strike="noStrike" cap="none" normalizeH="0" baseline="0" dirty="0">
                          <a:ln>
                            <a:noFill/>
                          </a:ln>
                          <a:effectLst/>
                        </a:rPr>
                        <a:t>事件分类</a:t>
                      </a:r>
                      <a:endPar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500" u="none" strike="noStrike" cap="none" normalizeH="0" baseline="0" dirty="0">
                          <a:ln>
                            <a:noFill/>
                          </a:ln>
                          <a:effectLst/>
                        </a:rPr>
                        <a:t>事件句柄</a:t>
                      </a:r>
                      <a:endPar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500" u="none" strike="noStrike" cap="none" normalizeH="0" baseline="0" dirty="0">
                          <a:ln>
                            <a:noFill/>
                          </a:ln>
                          <a:effectLst/>
                        </a:rPr>
                        <a:t>事件</a:t>
                      </a:r>
                      <a:endPar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0"/>
                  </a:ext>
                </a:extLst>
              </a:tr>
              <a:tr h="381756">
                <a:tc rowSpan="6">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500" u="none" strike="noStrike" cap="none" normalizeH="0" baseline="0" dirty="0">
                          <a:ln>
                            <a:noFill/>
                          </a:ln>
                          <a:effectLst/>
                        </a:rPr>
                        <a:t>表单元素</a:t>
                      </a:r>
                    </a:p>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500" u="none" strike="noStrike" cap="none" normalizeH="0" baseline="0" dirty="0">
                          <a:ln>
                            <a:noFill/>
                          </a:ln>
                          <a:effectLst/>
                        </a:rPr>
                        <a:t>事件</a:t>
                      </a:r>
                      <a:endPar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500" u="none" strike="noStrike" cap="none" normalizeH="0" baseline="0" dirty="0" err="1">
                          <a:ln>
                            <a:noFill/>
                          </a:ln>
                          <a:effectLst/>
                        </a:rPr>
                        <a:t>onchange</a:t>
                      </a:r>
                      <a:endPar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500" u="none" strike="noStrike" cap="none" normalizeH="0" baseline="0" dirty="0">
                          <a:ln>
                            <a:noFill/>
                          </a:ln>
                          <a:effectLst/>
                        </a:rPr>
                        <a:t>当元素改变时执行脚本 </a:t>
                      </a:r>
                      <a:endPar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1"/>
                  </a:ext>
                </a:extLst>
              </a:tr>
              <a:tr h="387685">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500" u="none" strike="noStrike" cap="none" normalizeH="0" baseline="0" dirty="0" err="1">
                          <a:ln>
                            <a:noFill/>
                          </a:ln>
                          <a:effectLst/>
                        </a:rPr>
                        <a:t>onsubmit</a:t>
                      </a:r>
                      <a:endPar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500" u="none" strike="noStrike" cap="none" normalizeH="0" baseline="0" dirty="0">
                          <a:ln>
                            <a:noFill/>
                          </a:ln>
                          <a:effectLst/>
                        </a:rPr>
                        <a:t>当表单被提交时执行脚本</a:t>
                      </a:r>
                      <a:endPar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2"/>
                  </a:ext>
                </a:extLst>
              </a:tr>
              <a:tr h="386498">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500" u="none" strike="noStrike" cap="none" normalizeH="0" baseline="0" dirty="0" err="1">
                          <a:ln>
                            <a:noFill/>
                          </a:ln>
                          <a:effectLst/>
                        </a:rPr>
                        <a:t>onreset</a:t>
                      </a:r>
                      <a:r>
                        <a:rPr kumimoji="0" lang="en-US" altLang="zh-CN" sz="1500" u="none" strike="noStrike" cap="none" normalizeH="0" baseline="0" dirty="0">
                          <a:ln>
                            <a:noFill/>
                          </a:ln>
                          <a:effectLst/>
                        </a:rPr>
                        <a:t> </a:t>
                      </a:r>
                      <a:endPar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500" u="none" strike="noStrike" cap="none" normalizeH="0" baseline="0" dirty="0">
                          <a:ln>
                            <a:noFill/>
                          </a:ln>
                          <a:effectLst/>
                        </a:rPr>
                        <a:t>当表单被重置时执行脚本</a:t>
                      </a:r>
                      <a:endPar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3"/>
                  </a:ext>
                </a:extLst>
              </a:tr>
              <a:tr h="386498">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500" u="none" strike="noStrike" cap="none" normalizeH="0" baseline="0" dirty="0" err="1">
                          <a:ln>
                            <a:noFill/>
                          </a:ln>
                          <a:effectLst/>
                        </a:rPr>
                        <a:t>onselect</a:t>
                      </a:r>
                      <a:endPar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500" u="none" strike="noStrike" cap="none" normalizeH="0" baseline="0" dirty="0">
                          <a:ln>
                            <a:noFill/>
                          </a:ln>
                          <a:effectLst/>
                        </a:rPr>
                        <a:t>当元素被选取时执行脚本</a:t>
                      </a:r>
                      <a:endPar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4"/>
                  </a:ext>
                </a:extLst>
              </a:tr>
              <a:tr h="385314">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500" u="none" strike="noStrike" cap="none" normalizeH="0" baseline="0" dirty="0" err="1">
                          <a:ln>
                            <a:noFill/>
                          </a:ln>
                          <a:effectLst/>
                        </a:rPr>
                        <a:t>onblur</a:t>
                      </a:r>
                      <a:endPar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500" u="none" strike="noStrike" cap="none" normalizeH="0" baseline="0" dirty="0">
                          <a:ln>
                            <a:noFill/>
                          </a:ln>
                          <a:effectLst/>
                        </a:rPr>
                        <a:t>当元素失去焦点时执行脚本</a:t>
                      </a:r>
                      <a:endPar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5"/>
                  </a:ext>
                </a:extLst>
              </a:tr>
              <a:tr h="386498">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500" u="none" strike="noStrike" cap="none" normalizeH="0" baseline="0" dirty="0" err="1">
                          <a:ln>
                            <a:noFill/>
                          </a:ln>
                          <a:effectLst/>
                        </a:rPr>
                        <a:t>onfocus</a:t>
                      </a:r>
                      <a:endParaRPr kumimoji="0" lang="en-US" altLang="zh-CN"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500" u="none" strike="noStrike" cap="none" normalizeH="0" baseline="0" dirty="0">
                          <a:ln>
                            <a:noFill/>
                          </a:ln>
                          <a:effectLst/>
                        </a:rPr>
                        <a:t>当元素获得焦点时执行脚本</a:t>
                      </a:r>
                      <a:endParaRPr kumimoji="0" lang="zh-CN" altLang="en-US" sz="15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US" altLang="zh-CN" dirty="0"/>
              <a:t>15.2.1 </a:t>
            </a:r>
            <a:r>
              <a:rPr lang="zh-CN" altLang="en-US" dirty="0"/>
              <a:t>获得及失去焦点事件</a:t>
            </a:r>
          </a:p>
        </p:txBody>
      </p:sp>
      <p:sp>
        <p:nvSpPr>
          <p:cNvPr id="139267" name="Rectangle 3"/>
          <p:cNvSpPr>
            <a:spLocks noGrp="1" noChangeArrowheads="1"/>
          </p:cNvSpPr>
          <p:nvPr>
            <p:ph idx="1"/>
          </p:nvPr>
        </p:nvSpPr>
        <p:spPr>
          <a:xfrm>
            <a:off x="533400" y="666671"/>
            <a:ext cx="8534400" cy="694133"/>
          </a:xfrm>
        </p:spPr>
        <p:txBody>
          <a:bodyPr/>
          <a:lstStyle/>
          <a:p>
            <a:pPr marL="0" indent="0">
              <a:buNone/>
            </a:pPr>
            <a:r>
              <a:rPr lang="zh-CN" altLang="en-US" dirty="0">
                <a:ea typeface="宋体" panose="02010600030101010101" pitchFamily="2" charset="-122"/>
              </a:rPr>
              <a:t>       </a:t>
            </a:r>
            <a:r>
              <a:rPr lang="zh-CN" altLang="en-US" dirty="0"/>
              <a:t>当表单中的元素获得焦点时会触发</a:t>
            </a:r>
            <a:r>
              <a:rPr lang="en-US" altLang="zh-CN" dirty="0"/>
              <a:t>Focus</a:t>
            </a:r>
            <a:r>
              <a:rPr lang="zh-CN" altLang="en-US" dirty="0"/>
              <a:t>获得事件（当在</a:t>
            </a:r>
            <a:r>
              <a:rPr lang="en-US" altLang="zh-CN" dirty="0"/>
              <a:t>Button</a:t>
            </a:r>
            <a:r>
              <a:rPr lang="zh-CN" altLang="en-US" dirty="0"/>
              <a:t>以内点击时</a:t>
            </a:r>
            <a:r>
              <a:rPr lang="en-US" altLang="zh-CN" dirty="0"/>
              <a:t>)</a:t>
            </a:r>
            <a:r>
              <a:rPr lang="zh-CN" altLang="en-US" dirty="0"/>
              <a:t>，当</a:t>
            </a:r>
            <a:r>
              <a:rPr lang="zh-CN" altLang="en-US" b="1" dirty="0">
                <a:solidFill>
                  <a:srgbClr val="FF0000"/>
                </a:solidFill>
              </a:rPr>
              <a:t>表单中的元素</a:t>
            </a:r>
            <a:r>
              <a:rPr lang="zh-CN" altLang="en-US" dirty="0"/>
              <a:t>失去焦点时会触发</a:t>
            </a:r>
            <a:r>
              <a:rPr lang="en-US" altLang="zh-CN" dirty="0"/>
              <a:t>Blur</a:t>
            </a:r>
            <a:r>
              <a:rPr lang="zh-CN" altLang="en-US" dirty="0"/>
              <a:t>失去焦点事件。</a:t>
            </a:r>
          </a:p>
          <a:p>
            <a:endParaRPr lang="zh-CN" altLang="en-US" dirty="0">
              <a:ea typeface="宋体" panose="02010600030101010101" pitchFamily="2" charset="-122"/>
            </a:endParaRPr>
          </a:p>
        </p:txBody>
      </p:sp>
      <p:sp>
        <p:nvSpPr>
          <p:cNvPr id="5" name="矩形 4"/>
          <p:cNvSpPr/>
          <p:nvPr/>
        </p:nvSpPr>
        <p:spPr>
          <a:xfrm>
            <a:off x="533400" y="1560899"/>
            <a:ext cx="5715000" cy="3144451"/>
          </a:xfrm>
          <a:prstGeom prst="rect">
            <a:avLst/>
          </a:prstGeom>
        </p:spPr>
        <p:txBody>
          <a:bodyPr wrap="square">
            <a:spAutoFit/>
          </a:bodyPr>
          <a:lstStyle/>
          <a:p>
            <a:pPr>
              <a:lnSpc>
                <a:spcPts val="1400"/>
              </a:lnSpc>
              <a:spcBef>
                <a:spcPts val="0"/>
              </a:spcBef>
            </a:pPr>
            <a:r>
              <a:rPr lang="en-US" altLang="zh-CN" sz="1400" dirty="0">
                <a:latin typeface="Verdana" panose="020B0604030504040204" pitchFamily="34" charset="0"/>
              </a:rPr>
              <a:t>&lt;!-- edu_15_2_1.html --&gt;</a:t>
            </a:r>
          </a:p>
          <a:p>
            <a:pPr>
              <a:lnSpc>
                <a:spcPts val="1400"/>
              </a:lnSpc>
              <a:spcBef>
                <a:spcPts val="0"/>
              </a:spcBef>
            </a:pPr>
            <a:r>
              <a:rPr lang="en-US" altLang="zh-CN" sz="1400" dirty="0">
                <a:latin typeface="Verdana" panose="020B0604030504040204" pitchFamily="34" charset="0"/>
              </a:rPr>
              <a:t>&lt;html&gt;</a:t>
            </a:r>
          </a:p>
          <a:p>
            <a:pPr>
              <a:lnSpc>
                <a:spcPts val="1400"/>
              </a:lnSpc>
              <a:spcBef>
                <a:spcPts val="0"/>
              </a:spcBef>
            </a:pPr>
            <a:r>
              <a:rPr lang="en-US" altLang="zh-CN" sz="1400" dirty="0">
                <a:latin typeface="Verdana" panose="020B0604030504040204" pitchFamily="34" charset="0"/>
              </a:rPr>
              <a:t>    &lt;head&gt;</a:t>
            </a:r>
          </a:p>
          <a:p>
            <a:pPr>
              <a:lnSpc>
                <a:spcPts val="1400"/>
              </a:lnSpc>
              <a:spcBef>
                <a:spcPts val="0"/>
              </a:spcBef>
            </a:pPr>
            <a:r>
              <a:rPr lang="en-US" altLang="zh-CN" sz="1400" dirty="0">
                <a:latin typeface="Verdana" panose="020B0604030504040204" pitchFamily="34" charset="0"/>
              </a:rPr>
              <a:t>        &lt;title&gt;</a:t>
            </a:r>
            <a:r>
              <a:rPr lang="zh-CN" altLang="en-US" sz="1400" dirty="0">
                <a:latin typeface="Verdana" panose="020B0604030504040204" pitchFamily="34" charset="0"/>
              </a:rPr>
              <a:t>获得</a:t>
            </a:r>
            <a:r>
              <a:rPr lang="en-US" altLang="zh-CN" sz="1400" dirty="0">
                <a:latin typeface="Verdana" panose="020B0604030504040204" pitchFamily="34" charset="0"/>
              </a:rPr>
              <a:t>/</a:t>
            </a:r>
            <a:r>
              <a:rPr lang="zh-CN" altLang="en-US" sz="1400" dirty="0">
                <a:latin typeface="Verdana" panose="020B0604030504040204" pitchFamily="34" charset="0"/>
              </a:rPr>
              <a:t>失去焦点测试</a:t>
            </a:r>
            <a:r>
              <a:rPr lang="en-US" altLang="zh-CN" sz="1400" dirty="0">
                <a:latin typeface="Verdana" panose="020B0604030504040204" pitchFamily="34" charset="0"/>
              </a:rPr>
              <a:t>&lt;/title&gt;</a:t>
            </a:r>
          </a:p>
          <a:p>
            <a:pPr>
              <a:lnSpc>
                <a:spcPts val="1400"/>
              </a:lnSpc>
              <a:spcBef>
                <a:spcPts val="0"/>
              </a:spcBef>
            </a:pPr>
            <a:r>
              <a:rPr lang="en-US" altLang="zh-CN" sz="1400" dirty="0">
                <a:latin typeface="Verdana" panose="020B0604030504040204" pitchFamily="34" charset="0"/>
              </a:rPr>
              <a:t>        &lt;</a:t>
            </a:r>
            <a:r>
              <a:rPr lang="en-US" altLang="zh-CN" sz="1400" dirty="0">
                <a:latin typeface="Verdana" panose="020B0604030504040204" pitchFamily="34" charset="0"/>
                <a:ea typeface="宋体" panose="02010600030101010101" pitchFamily="2" charset="-122"/>
              </a:rPr>
              <a:t>script</a:t>
            </a:r>
            <a:r>
              <a:rPr lang="en-US" altLang="zh-CN" sz="1400" dirty="0">
                <a:latin typeface="Verdana" panose="020B0604030504040204" pitchFamily="34" charset="0"/>
              </a:rPr>
              <a:t> language="</a:t>
            </a:r>
            <a:r>
              <a:rPr lang="en-US" altLang="zh-CN" sz="1400" dirty="0" err="1">
                <a:latin typeface="Verdana" panose="020B0604030504040204" pitchFamily="34" charset="0"/>
              </a:rPr>
              <a:t>javascript</a:t>
            </a:r>
            <a:r>
              <a:rPr lang="en-US" altLang="zh-CN" sz="1400" dirty="0">
                <a:latin typeface="Verdana" panose="020B0604030504040204" pitchFamily="34" charset="0"/>
              </a:rPr>
              <a:t>" type="text/</a:t>
            </a:r>
            <a:r>
              <a:rPr lang="en-US" altLang="zh-CN" sz="1400" dirty="0" err="1">
                <a:latin typeface="Verdana" panose="020B0604030504040204" pitchFamily="34" charset="0"/>
              </a:rPr>
              <a:t>javascript</a:t>
            </a:r>
            <a:r>
              <a:rPr lang="en-US" altLang="zh-CN" sz="1400" dirty="0">
                <a:latin typeface="Verdana" panose="020B0604030504040204" pitchFamily="34" charset="0"/>
              </a:rPr>
              <a:t>"&gt;</a:t>
            </a:r>
          </a:p>
          <a:p>
            <a:pPr>
              <a:lnSpc>
                <a:spcPts val="1400"/>
              </a:lnSpc>
              <a:spcBef>
                <a:spcPts val="0"/>
              </a:spcBef>
            </a:pPr>
            <a:r>
              <a:rPr lang="en-US" altLang="zh-CN" sz="1400" dirty="0">
                <a:latin typeface="Verdana" panose="020B0604030504040204" pitchFamily="34" charset="0"/>
              </a:rPr>
              <a:t>      function </a:t>
            </a:r>
            <a:r>
              <a:rPr lang="en-US" altLang="zh-CN" sz="1400" dirty="0" err="1">
                <a:latin typeface="Verdana" panose="020B0604030504040204" pitchFamily="34" charset="0"/>
              </a:rPr>
              <a:t>getFocus</a:t>
            </a:r>
            <a:r>
              <a:rPr lang="en-US" altLang="zh-CN" sz="1400" dirty="0">
                <a:latin typeface="Verdana" panose="020B0604030504040204" pitchFamily="34" charset="0"/>
              </a:rPr>
              <a:t>(){</a:t>
            </a:r>
            <a:r>
              <a:rPr lang="en-US" altLang="zh-CN" sz="1400" dirty="0" err="1">
                <a:latin typeface="Verdana" panose="020B0604030504040204" pitchFamily="34" charset="0"/>
              </a:rPr>
              <a:t>document.bgColor</a:t>
            </a:r>
            <a:r>
              <a:rPr lang="en-US" altLang="zh-CN" sz="1400" dirty="0">
                <a:latin typeface="Verdana" panose="020B0604030504040204" pitchFamily="34" charset="0"/>
              </a:rPr>
              <a:t> ="red“;}</a:t>
            </a:r>
          </a:p>
          <a:p>
            <a:pPr>
              <a:lnSpc>
                <a:spcPts val="1400"/>
              </a:lnSpc>
              <a:spcBef>
                <a:spcPts val="0"/>
              </a:spcBef>
            </a:pPr>
            <a:r>
              <a:rPr lang="en-US" altLang="zh-CN" sz="1400" dirty="0">
                <a:latin typeface="Verdana" panose="020B0604030504040204" pitchFamily="34" charset="0"/>
              </a:rPr>
              <a:t>       function </a:t>
            </a:r>
            <a:r>
              <a:rPr lang="en-US" altLang="zh-CN" sz="1400" dirty="0" err="1">
                <a:latin typeface="Verdana" panose="020B0604030504040204" pitchFamily="34" charset="0"/>
              </a:rPr>
              <a:t>loseFocus</a:t>
            </a:r>
            <a:r>
              <a:rPr lang="en-US" altLang="zh-CN" sz="1400" dirty="0">
                <a:latin typeface="Verdana" panose="020B0604030504040204" pitchFamily="34" charset="0"/>
              </a:rPr>
              <a:t>(){</a:t>
            </a:r>
            <a:r>
              <a:rPr lang="en-US" altLang="zh-CN" sz="1400" dirty="0" err="1">
                <a:latin typeface="Verdana" panose="020B0604030504040204" pitchFamily="34" charset="0"/>
              </a:rPr>
              <a:t>document.bgColor</a:t>
            </a:r>
            <a:r>
              <a:rPr lang="en-US" altLang="zh-CN" sz="1400" dirty="0">
                <a:latin typeface="Verdana" panose="020B0604030504040204" pitchFamily="34" charset="0"/>
              </a:rPr>
              <a:t> ="blue“;}</a:t>
            </a:r>
          </a:p>
          <a:p>
            <a:pPr>
              <a:lnSpc>
                <a:spcPts val="1400"/>
              </a:lnSpc>
              <a:spcBef>
                <a:spcPts val="0"/>
              </a:spcBef>
            </a:pPr>
            <a:r>
              <a:rPr lang="en-US" altLang="zh-CN" sz="1400" dirty="0">
                <a:latin typeface="Verdana" panose="020B0604030504040204" pitchFamily="34" charset="0"/>
              </a:rPr>
              <a:t>     &lt;/script&gt;</a:t>
            </a:r>
          </a:p>
          <a:p>
            <a:pPr>
              <a:lnSpc>
                <a:spcPts val="1400"/>
              </a:lnSpc>
              <a:spcBef>
                <a:spcPts val="0"/>
              </a:spcBef>
            </a:pPr>
            <a:r>
              <a:rPr lang="en-US" altLang="zh-CN" sz="1400" dirty="0">
                <a:latin typeface="Verdana" panose="020B0604030504040204" pitchFamily="34" charset="0"/>
              </a:rPr>
              <a:t>    &lt;/head&gt;</a:t>
            </a:r>
          </a:p>
          <a:p>
            <a:pPr>
              <a:lnSpc>
                <a:spcPts val="1400"/>
              </a:lnSpc>
              <a:spcBef>
                <a:spcPts val="0"/>
              </a:spcBef>
            </a:pPr>
            <a:r>
              <a:rPr lang="en-US" altLang="zh-CN" sz="1400" dirty="0">
                <a:latin typeface="Verdana" panose="020B0604030504040204" pitchFamily="34" charset="0"/>
              </a:rPr>
              <a:t>    &lt;body&gt;</a:t>
            </a:r>
          </a:p>
          <a:p>
            <a:pPr>
              <a:lnSpc>
                <a:spcPts val="1400"/>
              </a:lnSpc>
              <a:spcBef>
                <a:spcPts val="0"/>
              </a:spcBef>
            </a:pPr>
            <a:r>
              <a:rPr lang="en-US" altLang="zh-CN" sz="1400" dirty="0">
                <a:latin typeface="Verdana" panose="020B0604030504040204" pitchFamily="34" charset="0"/>
              </a:rPr>
              <a:t>     &lt;form&gt;&lt;br /&gt;</a:t>
            </a:r>
          </a:p>
          <a:p>
            <a:pPr>
              <a:lnSpc>
                <a:spcPts val="1400"/>
              </a:lnSpc>
              <a:spcBef>
                <a:spcPts val="0"/>
              </a:spcBef>
            </a:pPr>
            <a:r>
              <a:rPr lang="en-US" altLang="zh-CN" sz="1400" dirty="0">
                <a:latin typeface="Verdana" panose="020B0604030504040204" pitchFamily="34" charset="0"/>
              </a:rPr>
              <a:t>&lt;input type="button" </a:t>
            </a:r>
            <a:r>
              <a:rPr lang="en-US" altLang="zh-CN" sz="1400" dirty="0" err="1">
                <a:latin typeface="Verdana" panose="020B0604030504040204" pitchFamily="34" charset="0"/>
              </a:rPr>
              <a:t>onfocus</a:t>
            </a:r>
            <a:r>
              <a:rPr lang="en-US" altLang="zh-CN" sz="1400" dirty="0">
                <a:latin typeface="Verdana" panose="020B0604030504040204" pitchFamily="34" charset="0"/>
              </a:rPr>
              <a:t>="</a:t>
            </a:r>
            <a:r>
              <a:rPr lang="en-US" altLang="zh-CN" sz="1400" dirty="0" err="1">
                <a:latin typeface="Verdana" panose="020B0604030504040204" pitchFamily="34" charset="0"/>
              </a:rPr>
              <a:t>getFocus</a:t>
            </a:r>
            <a:r>
              <a:rPr lang="en-US" altLang="zh-CN" sz="1400" dirty="0">
                <a:latin typeface="Verdana" panose="020B0604030504040204" pitchFamily="34" charset="0"/>
              </a:rPr>
              <a:t>()" value="</a:t>
            </a:r>
            <a:r>
              <a:rPr lang="zh-CN" altLang="en-US" sz="1400" dirty="0">
                <a:latin typeface="Verdana" panose="020B0604030504040204" pitchFamily="34" charset="0"/>
              </a:rPr>
              <a:t>获得</a:t>
            </a:r>
            <a:r>
              <a:rPr lang="en-US" altLang="zh-CN" sz="1400" dirty="0">
                <a:latin typeface="Verdana" panose="020B0604030504040204" pitchFamily="34" charset="0"/>
              </a:rPr>
              <a:t>/</a:t>
            </a:r>
            <a:r>
              <a:rPr lang="zh-CN" altLang="en-US" sz="1400" dirty="0">
                <a:latin typeface="Verdana" panose="020B0604030504040204" pitchFamily="34" charset="0"/>
              </a:rPr>
              <a:t>失去焦点触发事件</a:t>
            </a:r>
            <a:r>
              <a:rPr lang="en-US" altLang="zh-CN" sz="1400" dirty="0">
                <a:latin typeface="Verdana" panose="020B0604030504040204" pitchFamily="34" charset="0"/>
              </a:rPr>
              <a:t>" </a:t>
            </a:r>
            <a:r>
              <a:rPr lang="en-US" altLang="zh-CN" sz="1400" dirty="0" err="1">
                <a:latin typeface="Verdana" panose="020B0604030504040204" pitchFamily="34" charset="0"/>
              </a:rPr>
              <a:t>onblur</a:t>
            </a:r>
            <a:r>
              <a:rPr lang="en-US" altLang="zh-CN" sz="1400" dirty="0">
                <a:latin typeface="Verdana" panose="020B0604030504040204" pitchFamily="34" charset="0"/>
              </a:rPr>
              <a:t>="</a:t>
            </a:r>
            <a:r>
              <a:rPr lang="en-US" altLang="zh-CN" sz="1400" dirty="0" err="1">
                <a:latin typeface="Verdana" panose="020B0604030504040204" pitchFamily="34" charset="0"/>
              </a:rPr>
              <a:t>loseFocus</a:t>
            </a:r>
            <a:r>
              <a:rPr lang="en-US" altLang="zh-CN" sz="1400" dirty="0">
                <a:latin typeface="Verdana" panose="020B0604030504040204" pitchFamily="34" charset="0"/>
              </a:rPr>
              <a:t>()"/&gt;</a:t>
            </a:r>
          </a:p>
          <a:p>
            <a:pPr>
              <a:lnSpc>
                <a:spcPts val="1400"/>
              </a:lnSpc>
              <a:spcBef>
                <a:spcPts val="0"/>
              </a:spcBef>
            </a:pPr>
            <a:r>
              <a:rPr lang="en-US" altLang="zh-CN" sz="1400" dirty="0">
                <a:latin typeface="Verdana" panose="020B0604030504040204" pitchFamily="34" charset="0"/>
              </a:rPr>
              <a:t>     &lt;/form&gt;</a:t>
            </a:r>
          </a:p>
          <a:p>
            <a:pPr>
              <a:lnSpc>
                <a:spcPts val="1400"/>
              </a:lnSpc>
              <a:spcBef>
                <a:spcPts val="0"/>
              </a:spcBef>
            </a:pPr>
            <a:r>
              <a:rPr lang="en-US" altLang="zh-CN" sz="1400" dirty="0">
                <a:latin typeface="Verdana" panose="020B0604030504040204" pitchFamily="34" charset="0"/>
              </a:rPr>
              <a:t>    &lt;/body&gt;</a:t>
            </a:r>
          </a:p>
          <a:p>
            <a:pPr>
              <a:lnSpc>
                <a:spcPts val="1400"/>
              </a:lnSpc>
              <a:spcBef>
                <a:spcPts val="0"/>
              </a:spcBef>
            </a:pPr>
            <a:r>
              <a:rPr lang="en-US" altLang="zh-CN" sz="1400" dirty="0">
                <a:latin typeface="Verdana" panose="020B0604030504040204" pitchFamily="34" charset="0"/>
              </a:rPr>
              <a:t>&lt;/html&gt;</a:t>
            </a:r>
            <a:endParaRPr lang="zh-CN" altLang="en-US" sz="1200" dirty="0">
              <a:latin typeface="Verdana" panose="020B0604030504040204" pitchFamily="34" charset="0"/>
            </a:endParaRPr>
          </a:p>
        </p:txBody>
      </p:sp>
      <p:pic>
        <p:nvPicPr>
          <p:cNvPr id="2051" name="Picture 3"/>
          <p:cNvPicPr>
            <a:picLocks noChangeAspect="1" noChangeArrowheads="1"/>
          </p:cNvPicPr>
          <p:nvPr/>
        </p:nvPicPr>
        <p:blipFill>
          <a:blip r:embed="rId2" cstate="print"/>
          <a:srcRect/>
          <a:stretch>
            <a:fillRect/>
          </a:stretch>
        </p:blipFill>
        <p:spPr bwMode="auto">
          <a:xfrm>
            <a:off x="6705600" y="1885950"/>
            <a:ext cx="1900237" cy="1228143"/>
          </a:xfrm>
          <a:prstGeom prst="rect">
            <a:avLst/>
          </a:prstGeom>
          <a:noFill/>
          <a:ln w="9525">
            <a:noFill/>
            <a:miter lim="800000"/>
            <a:headEnd/>
            <a:tailEnd/>
          </a:ln>
        </p:spPr>
      </p:pic>
      <p:pic>
        <p:nvPicPr>
          <p:cNvPr id="2052" name="Picture 4"/>
          <p:cNvPicPr>
            <a:picLocks noChangeAspect="1" noChangeArrowheads="1"/>
          </p:cNvPicPr>
          <p:nvPr/>
        </p:nvPicPr>
        <p:blipFill>
          <a:blip r:embed="rId3" cstate="print"/>
          <a:srcRect/>
          <a:stretch>
            <a:fillRect/>
          </a:stretch>
        </p:blipFill>
        <p:spPr bwMode="auto">
          <a:xfrm>
            <a:off x="6705600" y="3257550"/>
            <a:ext cx="1939925" cy="125379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anim calcmode="lin" valueType="num">
                                      <p:cBhvr additive="base">
                                        <p:cTn id="7" dur="500" fill="hold"/>
                                        <p:tgtEl>
                                          <p:spTgt spid="1392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92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1" nodeType="clickEffect">
                                  <p:stCondLst>
                                    <p:cond delay="0"/>
                                  </p:stCondLst>
                                  <p:childTnLst>
                                    <p:set>
                                      <p:cBhvr>
                                        <p:cTn id="18" dur="1" fill="hold">
                                          <p:stCondLst>
                                            <p:cond delay="0"/>
                                          </p:stCondLst>
                                        </p:cTn>
                                        <p:tgtEl>
                                          <p:spTgt spid="139267">
                                            <p:txEl>
                                              <p:pRg st="0" end="0"/>
                                            </p:txEl>
                                          </p:spTgt>
                                        </p:tgtEl>
                                        <p:attrNameLst>
                                          <p:attrName>style.visibility</p:attrName>
                                        </p:attrNameLst>
                                      </p:cBhvr>
                                      <p:to>
                                        <p:strVal val="visible"/>
                                      </p:to>
                                    </p:set>
                                    <p:anim calcmode="lin" valueType="num">
                                      <p:cBhvr additive="base">
                                        <p:cTn id="19" dur="500" fill="hold"/>
                                        <p:tgtEl>
                                          <p:spTgt spid="139267">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92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1"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P spid="139267" grpId="1" build="p"/>
      <p:bldP spid="5" grpId="0"/>
      <p:bldP spid="5"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en-US" altLang="zh-CN" dirty="0"/>
              <a:t>15.2.2 </a:t>
            </a:r>
            <a:r>
              <a:rPr lang="zh-CN" altLang="en-US" dirty="0"/>
              <a:t>提交及重置事件</a:t>
            </a:r>
          </a:p>
        </p:txBody>
      </p:sp>
      <p:sp>
        <p:nvSpPr>
          <p:cNvPr id="140291" name="Rectangle 3"/>
          <p:cNvSpPr>
            <a:spLocks noGrp="1" noChangeArrowheads="1"/>
          </p:cNvSpPr>
          <p:nvPr>
            <p:ph idx="1"/>
          </p:nvPr>
        </p:nvSpPr>
        <p:spPr>
          <a:xfrm>
            <a:off x="533400" y="800100"/>
            <a:ext cx="8534400" cy="781050"/>
          </a:xfrm>
        </p:spPr>
        <p:txBody>
          <a:bodyPr/>
          <a:lstStyle/>
          <a:p>
            <a:pPr marL="0" indent="0">
              <a:buNone/>
            </a:pPr>
            <a:r>
              <a:rPr lang="zh-CN" altLang="en-US" dirty="0"/>
              <a:t>      表单的</a:t>
            </a:r>
            <a:r>
              <a:rPr lang="en-US" altLang="zh-CN" dirty="0"/>
              <a:t>Submit</a:t>
            </a:r>
            <a:r>
              <a:rPr lang="zh-CN" altLang="en-US" dirty="0"/>
              <a:t>事件触发后会将表单中的数据提交到服务器端，</a:t>
            </a:r>
            <a:r>
              <a:rPr lang="en-US" altLang="zh-CN" dirty="0"/>
              <a:t>Reset</a:t>
            </a:r>
            <a:r>
              <a:rPr lang="zh-CN" altLang="en-US" dirty="0"/>
              <a:t>事件触发后会将表单中的数据重置为初始值。</a:t>
            </a:r>
          </a:p>
        </p:txBody>
      </p:sp>
      <p:sp>
        <p:nvSpPr>
          <p:cNvPr id="5" name="Rectangle 3"/>
          <p:cNvSpPr txBox="1">
            <a:spLocks noChangeArrowheads="1"/>
          </p:cNvSpPr>
          <p:nvPr/>
        </p:nvSpPr>
        <p:spPr bwMode="auto">
          <a:xfrm>
            <a:off x="533400" y="1581150"/>
            <a:ext cx="8534400" cy="3124200"/>
          </a:xfrm>
          <a:prstGeom prst="rect">
            <a:avLst/>
          </a:prstGeom>
          <a:noFill/>
          <a:ln w="12700">
            <a:noFill/>
            <a:miter lim="800000"/>
          </a:ln>
        </p:spPr>
        <p:txBody>
          <a:bodyPr vert="horz" wrap="square" lIns="91440" tIns="45720" rIns="91440" bIns="45720" numCol="1" anchor="t" anchorCtr="0" compatLnSpc="1"/>
          <a:lstStyle/>
          <a:p>
            <a:pPr marL="182880" marR="0" lvl="0" indent="-182880" algn="l" defTabSz="1158875" rtl="0" eaLnBrk="0" fontAlgn="base" latinLnBrk="0" hangingPunct="0">
              <a:lnSpc>
                <a:spcPts val="1400"/>
              </a:lnSpc>
              <a:spcBef>
                <a:spcPts val="0"/>
              </a:spcBef>
              <a:spcAft>
                <a:spcPts val="0"/>
              </a:spcAft>
              <a:buClr>
                <a:srgbClr val="0000CC"/>
              </a:buClr>
              <a:buSzPct val="100000"/>
              <a:buFont typeface="Wingdings" panose="05000000000000000000" pitchFamily="2" charset="2"/>
              <a:buNone/>
              <a:defRPr/>
            </a:pP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&lt;!-- edu_15_2_2.html --&gt;</a:t>
            </a:r>
          </a:p>
          <a:p>
            <a:pPr marL="182880" marR="0" lvl="0" indent="-182880" algn="l" defTabSz="1158875" rtl="0" eaLnBrk="0" fontAlgn="base" latinLnBrk="0" hangingPunct="0">
              <a:lnSpc>
                <a:spcPts val="1400"/>
              </a:lnSpc>
              <a:spcBef>
                <a:spcPts val="0"/>
              </a:spcBef>
              <a:spcAft>
                <a:spcPts val="0"/>
              </a:spcAft>
              <a:buClr>
                <a:srgbClr val="0000CC"/>
              </a:buClr>
              <a:buSzPct val="100000"/>
              <a:buFont typeface="Wingdings" panose="05000000000000000000" pitchFamily="2" charset="2"/>
              <a:buNone/>
              <a:defRPr/>
            </a:pP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&lt;html&gt;</a:t>
            </a:r>
          </a:p>
          <a:p>
            <a:pPr marL="182880" marR="0" lvl="0" indent="-182880" algn="l" defTabSz="1158875" rtl="0" eaLnBrk="0" fontAlgn="base" latinLnBrk="0" hangingPunct="0">
              <a:lnSpc>
                <a:spcPts val="1400"/>
              </a:lnSpc>
              <a:spcBef>
                <a:spcPts val="0"/>
              </a:spcBef>
              <a:spcAft>
                <a:spcPts val="0"/>
              </a:spcAft>
              <a:buClr>
                <a:srgbClr val="0000CC"/>
              </a:buClr>
              <a:buSzPct val="100000"/>
              <a:buFont typeface="Wingdings" panose="05000000000000000000" pitchFamily="2" charset="2"/>
              <a:buNone/>
              <a:defRPr/>
            </a:pP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&lt;head&gt;</a:t>
            </a:r>
          </a:p>
          <a:p>
            <a:pPr marL="182880" marR="0" lvl="0" indent="-182880" algn="l" defTabSz="1158875" rtl="0" eaLnBrk="0" fontAlgn="base" latinLnBrk="0" hangingPunct="0">
              <a:lnSpc>
                <a:spcPts val="1400"/>
              </a:lnSpc>
              <a:spcBef>
                <a:spcPts val="0"/>
              </a:spcBef>
              <a:spcAft>
                <a:spcPts val="0"/>
              </a:spcAft>
              <a:buClr>
                <a:srgbClr val="0000CC"/>
              </a:buClr>
              <a:buSzPct val="100000"/>
              <a:buFont typeface="Wingdings" panose="05000000000000000000" pitchFamily="2" charset="2"/>
              <a:buNone/>
              <a:defRPr/>
            </a:pP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&lt;script  type="text/</a:t>
            </a:r>
            <a:r>
              <a:rPr kumimoji="0" lang="en-US" altLang="zh-CN" sz="1400" b="0" i="0" u="none" strike="noStrike" kern="0" cap="none" spc="0" normalizeH="0" baseline="0" noProof="0" dirty="0" err="1">
                <a:ln>
                  <a:noFill/>
                </a:ln>
                <a:solidFill>
                  <a:schemeClr val="tx1"/>
                </a:solidFill>
                <a:effectLst/>
                <a:uLnTx/>
                <a:uFillTx/>
                <a:latin typeface="微软雅黑" panose="020B0503020204020204" pitchFamily="34" charset="-122"/>
                <a:ea typeface="宋体" panose="02010600030101010101" pitchFamily="2" charset="-122"/>
                <a:cs typeface="+mj-cs"/>
              </a:rPr>
              <a:t>javascript</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"&gt;</a:t>
            </a:r>
          </a:p>
          <a:p>
            <a:pPr marL="182880" marR="0" lvl="0" indent="-182880" algn="l" defTabSz="1158875" rtl="0" eaLnBrk="0" fontAlgn="base" latinLnBrk="0" hangingPunct="0">
              <a:lnSpc>
                <a:spcPts val="1400"/>
              </a:lnSpc>
              <a:spcBef>
                <a:spcPts val="0"/>
              </a:spcBef>
              <a:spcAft>
                <a:spcPts val="0"/>
              </a:spcAft>
              <a:buClr>
                <a:srgbClr val="0000CC"/>
              </a:buClr>
              <a:buSzPct val="100000"/>
              <a:buFont typeface="Wingdings" panose="05000000000000000000" pitchFamily="2" charset="2"/>
              <a:buNone/>
              <a:defRPr/>
            </a:pP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function </a:t>
            </a:r>
            <a:r>
              <a:rPr kumimoji="0" lang="en-US" altLang="zh-CN" sz="1400" b="0" i="0" u="none" strike="noStrike" kern="0" cap="none" spc="0" normalizeH="0" baseline="0" noProof="0" dirty="0" err="1">
                <a:ln>
                  <a:noFill/>
                </a:ln>
                <a:solidFill>
                  <a:schemeClr val="tx1"/>
                </a:solidFill>
                <a:effectLst/>
                <a:uLnTx/>
                <a:uFillTx/>
                <a:latin typeface="微软雅黑" panose="020B0503020204020204" pitchFamily="34" charset="-122"/>
                <a:ea typeface="宋体" panose="02010600030101010101" pitchFamily="2" charset="-122"/>
                <a:cs typeface="+mj-cs"/>
              </a:rPr>
              <a:t>submitTest</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 {</a:t>
            </a:r>
          </a:p>
          <a:p>
            <a:pPr marL="182880" marR="0" lvl="0" indent="-182880" algn="l" defTabSz="1158875" rtl="0" eaLnBrk="0" fontAlgn="base" latinLnBrk="0" hangingPunct="0">
              <a:lnSpc>
                <a:spcPts val="1400"/>
              </a:lnSpc>
              <a:spcBef>
                <a:spcPts val="0"/>
              </a:spcBef>
              <a:spcAft>
                <a:spcPts val="0"/>
              </a:spcAft>
              <a:buClr>
                <a:srgbClr val="0000CC"/>
              </a:buClr>
              <a:buSzPct val="100000"/>
              <a:buFont typeface="Wingdings" panose="05000000000000000000" pitchFamily="2" charset="2"/>
              <a:buNone/>
              <a:defRPr/>
            </a:pPr>
            <a:r>
              <a:rPr kumimoji="0" lang="en-US" altLang="zh-CN" sz="1400" b="0" i="0" u="none" strike="noStrike" kern="0" cap="none" spc="0" normalizeH="0" baseline="0" noProof="0" dirty="0" err="1">
                <a:ln>
                  <a:noFill/>
                </a:ln>
                <a:solidFill>
                  <a:schemeClr val="tx1"/>
                </a:solidFill>
                <a:effectLst/>
                <a:uLnTx/>
                <a:uFillTx/>
                <a:latin typeface="微软雅黑" panose="020B0503020204020204" pitchFamily="34" charset="-122"/>
                <a:ea typeface="宋体" panose="02010600030101010101" pitchFamily="2" charset="-122"/>
                <a:cs typeface="+mj-cs"/>
              </a:rPr>
              <a:t>var</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 </a:t>
            </a:r>
            <a:r>
              <a:rPr kumimoji="0" lang="en-US" altLang="zh-CN" sz="1400" b="0" i="0" u="none" strike="noStrike" kern="0" cap="none" spc="0" normalizeH="0" baseline="0" noProof="0" dirty="0" err="1">
                <a:ln>
                  <a:noFill/>
                </a:ln>
                <a:solidFill>
                  <a:schemeClr val="tx1"/>
                </a:solidFill>
                <a:effectLst/>
                <a:uLnTx/>
                <a:uFillTx/>
                <a:latin typeface="微软雅黑" panose="020B0503020204020204" pitchFamily="34" charset="-122"/>
                <a:ea typeface="宋体" panose="02010600030101010101" pitchFamily="2" charset="-122"/>
                <a:cs typeface="+mj-cs"/>
              </a:rPr>
              <a:t>msg</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 ="</a:t>
            </a:r>
            <a:r>
              <a:rPr kumimoji="0" lang="zh-CN" altLang="en-US"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表单数据的获取：</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\n";</a:t>
            </a:r>
          </a:p>
          <a:p>
            <a:pPr marL="182880" marR="0" lvl="0" indent="-182880" algn="l" defTabSz="1158875" rtl="0" eaLnBrk="0" fontAlgn="base" latinLnBrk="0" hangingPunct="0">
              <a:lnSpc>
                <a:spcPts val="1400"/>
              </a:lnSpc>
              <a:spcBef>
                <a:spcPts val="0"/>
              </a:spcBef>
              <a:spcAft>
                <a:spcPts val="0"/>
              </a:spcAft>
              <a:buClr>
                <a:srgbClr val="0000CC"/>
              </a:buClr>
              <a:buSzPct val="100000"/>
              <a:buFont typeface="Wingdings" panose="05000000000000000000" pitchFamily="2" charset="2"/>
              <a:buNone/>
              <a:defRPr/>
            </a:pPr>
            <a:r>
              <a:rPr kumimoji="0" lang="en-US" altLang="zh-CN" sz="1400" b="0" i="0" u="none" strike="noStrike" kern="0" cap="none" spc="0" normalizeH="0" baseline="0" noProof="0" dirty="0" err="1">
                <a:ln>
                  <a:noFill/>
                </a:ln>
                <a:solidFill>
                  <a:schemeClr val="tx1"/>
                </a:solidFill>
                <a:effectLst/>
                <a:uLnTx/>
                <a:uFillTx/>
                <a:latin typeface="微软雅黑" panose="020B0503020204020204" pitchFamily="34" charset="-122"/>
                <a:ea typeface="宋体" panose="02010600030101010101" pitchFamily="2" charset="-122"/>
                <a:cs typeface="+mj-cs"/>
              </a:rPr>
              <a:t>var</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 username = </a:t>
            </a:r>
            <a:r>
              <a:rPr kumimoji="0" lang="en-US" altLang="zh-CN" sz="1400" b="0" i="0" u="none" strike="noStrike" kern="0" cap="none" spc="0" normalizeH="0" baseline="0" noProof="0" dirty="0" err="1">
                <a:ln>
                  <a:noFill/>
                </a:ln>
                <a:solidFill>
                  <a:schemeClr val="tx1"/>
                </a:solidFill>
                <a:effectLst/>
                <a:uLnTx/>
                <a:uFillTx/>
                <a:latin typeface="微软雅黑" panose="020B0503020204020204" pitchFamily="34" charset="-122"/>
                <a:ea typeface="宋体" panose="02010600030101010101" pitchFamily="2" charset="-122"/>
                <a:cs typeface="+mj-cs"/>
              </a:rPr>
              <a:t>document.getElementById</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("input1").value;</a:t>
            </a:r>
          </a:p>
          <a:p>
            <a:pPr marL="182880" marR="0" lvl="0" indent="-182880" algn="l" defTabSz="1158875" rtl="0" eaLnBrk="0" fontAlgn="base" latinLnBrk="0" hangingPunct="0">
              <a:lnSpc>
                <a:spcPts val="1400"/>
              </a:lnSpc>
              <a:spcBef>
                <a:spcPts val="0"/>
              </a:spcBef>
              <a:spcAft>
                <a:spcPts val="0"/>
              </a:spcAft>
              <a:buClr>
                <a:srgbClr val="0000CC"/>
              </a:buClr>
              <a:buSzPct val="100000"/>
              <a:buFont typeface="Wingdings" panose="05000000000000000000" pitchFamily="2" charset="2"/>
              <a:buNone/>
              <a:defRPr/>
            </a:pPr>
            <a:r>
              <a:rPr kumimoji="0" lang="en-US" altLang="zh-CN" sz="1400" b="0" i="0" u="none" strike="noStrike" kern="0" cap="none" spc="0" normalizeH="0" baseline="0" noProof="0" dirty="0" err="1">
                <a:ln>
                  <a:noFill/>
                </a:ln>
                <a:solidFill>
                  <a:schemeClr val="tx1"/>
                </a:solidFill>
                <a:effectLst/>
                <a:uLnTx/>
                <a:uFillTx/>
                <a:latin typeface="微软雅黑" panose="020B0503020204020204" pitchFamily="34" charset="-122"/>
                <a:ea typeface="宋体" panose="02010600030101010101" pitchFamily="2" charset="-122"/>
                <a:cs typeface="+mj-cs"/>
              </a:rPr>
              <a:t>msg</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a:t>
            </a:r>
            <a:r>
              <a:rPr kumimoji="0" lang="zh-CN" altLang="en-US"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用户名</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a:t>
            </a:r>
          </a:p>
          <a:p>
            <a:pPr marL="182880" marR="0" lvl="0" indent="-182880" algn="l" defTabSz="1158875" rtl="0" eaLnBrk="0" fontAlgn="base" latinLnBrk="0" hangingPunct="0">
              <a:lnSpc>
                <a:spcPts val="1400"/>
              </a:lnSpc>
              <a:spcBef>
                <a:spcPts val="0"/>
              </a:spcBef>
              <a:spcAft>
                <a:spcPts val="0"/>
              </a:spcAft>
              <a:buClr>
                <a:srgbClr val="0000CC"/>
              </a:buClr>
              <a:buSzPct val="100000"/>
              <a:buFont typeface="Wingdings" panose="05000000000000000000" pitchFamily="2" charset="2"/>
              <a:buNone/>
              <a:defRPr/>
            </a:pPr>
            <a:r>
              <a:rPr kumimoji="0" lang="en-US" altLang="zh-CN" sz="1400" b="0" i="0" u="none" strike="noStrike" kern="0" cap="none" spc="0" normalizeH="0" baseline="0" noProof="0" dirty="0" err="1">
                <a:ln>
                  <a:noFill/>
                </a:ln>
                <a:solidFill>
                  <a:schemeClr val="tx1"/>
                </a:solidFill>
                <a:effectLst/>
                <a:uLnTx/>
                <a:uFillTx/>
                <a:latin typeface="微软雅黑" panose="020B0503020204020204" pitchFamily="34" charset="-122"/>
                <a:ea typeface="宋体" panose="02010600030101010101" pitchFamily="2" charset="-122"/>
                <a:cs typeface="+mj-cs"/>
              </a:rPr>
              <a:t>msg</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+=username;</a:t>
            </a:r>
          </a:p>
          <a:p>
            <a:pPr marL="182880" marR="0" lvl="0" indent="-182880" algn="l" defTabSz="1158875" rtl="0" eaLnBrk="0" fontAlgn="base" latinLnBrk="0" hangingPunct="0">
              <a:lnSpc>
                <a:spcPts val="1400"/>
              </a:lnSpc>
              <a:spcBef>
                <a:spcPts val="0"/>
              </a:spcBef>
              <a:spcAft>
                <a:spcPts val="0"/>
              </a:spcAft>
              <a:buClr>
                <a:srgbClr val="0000CC"/>
              </a:buClr>
              <a:buSzPct val="100000"/>
              <a:buFont typeface="Wingdings" panose="05000000000000000000" pitchFamily="2" charset="2"/>
              <a:buNone/>
              <a:defRPr/>
            </a:pPr>
            <a:r>
              <a:rPr kumimoji="0" lang="en-US" altLang="zh-CN" sz="1400" b="0" i="0" u="none" strike="noStrike" kern="0" cap="none" spc="0" normalizeH="0" baseline="0" noProof="0" dirty="0" err="1">
                <a:ln>
                  <a:noFill/>
                </a:ln>
                <a:solidFill>
                  <a:schemeClr val="tx1"/>
                </a:solidFill>
                <a:effectLst/>
                <a:uLnTx/>
                <a:uFillTx/>
                <a:latin typeface="微软雅黑" panose="020B0503020204020204" pitchFamily="34" charset="-122"/>
                <a:ea typeface="宋体" panose="02010600030101010101" pitchFamily="2" charset="-122"/>
                <a:cs typeface="+mj-cs"/>
              </a:rPr>
              <a:t>var</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 </a:t>
            </a:r>
            <a:r>
              <a:rPr kumimoji="0" lang="en-US" altLang="zh-CN" sz="1400" b="0" i="0" u="none" strike="noStrike" kern="0" cap="none" spc="0" normalizeH="0" baseline="0" noProof="0" dirty="0" err="1">
                <a:ln>
                  <a:noFill/>
                </a:ln>
                <a:solidFill>
                  <a:schemeClr val="tx1"/>
                </a:solidFill>
                <a:effectLst/>
                <a:uLnTx/>
                <a:uFillTx/>
                <a:latin typeface="微软雅黑" panose="020B0503020204020204" pitchFamily="34" charset="-122"/>
                <a:ea typeface="宋体" panose="02010600030101010101" pitchFamily="2" charset="-122"/>
                <a:cs typeface="+mj-cs"/>
              </a:rPr>
              <a:t>psw</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 = </a:t>
            </a:r>
            <a:r>
              <a:rPr kumimoji="0" lang="en-US" altLang="zh-CN" sz="1400" b="0" i="0" u="none" strike="noStrike" kern="0" cap="none" spc="0" normalizeH="0" baseline="0" noProof="0" dirty="0" err="1">
                <a:ln>
                  <a:noFill/>
                </a:ln>
                <a:solidFill>
                  <a:schemeClr val="tx1"/>
                </a:solidFill>
                <a:effectLst/>
                <a:uLnTx/>
                <a:uFillTx/>
                <a:latin typeface="微软雅黑" panose="020B0503020204020204" pitchFamily="34" charset="-122"/>
                <a:ea typeface="宋体" panose="02010600030101010101" pitchFamily="2" charset="-122"/>
                <a:cs typeface="+mj-cs"/>
              </a:rPr>
              <a:t>document.getElementById</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("input2").value;</a:t>
            </a:r>
          </a:p>
          <a:p>
            <a:pPr marL="182880" marR="0" lvl="0" indent="-182880" algn="l" defTabSz="1158875" rtl="0" eaLnBrk="0" fontAlgn="base" latinLnBrk="0" hangingPunct="0">
              <a:lnSpc>
                <a:spcPts val="1400"/>
              </a:lnSpc>
              <a:spcBef>
                <a:spcPts val="0"/>
              </a:spcBef>
              <a:spcAft>
                <a:spcPts val="0"/>
              </a:spcAft>
              <a:buClr>
                <a:srgbClr val="0000CC"/>
              </a:buClr>
              <a:buSzPct val="100000"/>
              <a:buFont typeface="Wingdings" panose="05000000000000000000" pitchFamily="2" charset="2"/>
              <a:buNone/>
              <a:defRPr/>
            </a:pP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            </a:t>
            </a:r>
            <a:r>
              <a:rPr kumimoji="0" lang="en-US" altLang="zh-CN" sz="1400" b="0" i="0" u="none" strike="noStrike" kern="0" cap="none" spc="0" normalizeH="0" baseline="0" noProof="0" dirty="0" err="1">
                <a:ln>
                  <a:noFill/>
                </a:ln>
                <a:solidFill>
                  <a:schemeClr val="tx1"/>
                </a:solidFill>
                <a:effectLst/>
                <a:uLnTx/>
                <a:uFillTx/>
                <a:latin typeface="微软雅黑" panose="020B0503020204020204" pitchFamily="34" charset="-122"/>
                <a:ea typeface="宋体" panose="02010600030101010101" pitchFamily="2" charset="-122"/>
                <a:cs typeface="+mj-cs"/>
              </a:rPr>
              <a:t>msg</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a:t>
            </a:r>
            <a:r>
              <a:rPr kumimoji="0" lang="zh-CN" altLang="en-US"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\n</a:t>
            </a:r>
            <a:r>
              <a:rPr kumimoji="0" lang="zh-CN" altLang="en-US"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密码</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a:t>
            </a:r>
            <a:r>
              <a:rPr kumimoji="0" lang="zh-CN" altLang="en-US"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是</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a:t>
            </a:r>
          </a:p>
          <a:p>
            <a:pPr marL="182880" marR="0" lvl="0" indent="-182880" algn="l" defTabSz="1158875" rtl="0" eaLnBrk="0" fontAlgn="base" latinLnBrk="0" hangingPunct="0">
              <a:lnSpc>
                <a:spcPts val="1400"/>
              </a:lnSpc>
              <a:spcBef>
                <a:spcPts val="0"/>
              </a:spcBef>
              <a:spcAft>
                <a:spcPts val="0"/>
              </a:spcAft>
              <a:buClr>
                <a:srgbClr val="0000CC"/>
              </a:buClr>
              <a:buSzPct val="100000"/>
              <a:buFont typeface="Wingdings" panose="05000000000000000000" pitchFamily="2" charset="2"/>
              <a:buNone/>
              <a:defRPr/>
            </a:pP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             </a:t>
            </a:r>
            <a:r>
              <a:rPr kumimoji="0" lang="en-US" altLang="zh-CN" sz="1400" b="0" i="0" u="none" strike="noStrike" kern="0" cap="none" spc="0" normalizeH="0" baseline="0" noProof="0" dirty="0" err="1">
                <a:ln>
                  <a:noFill/>
                </a:ln>
                <a:solidFill>
                  <a:schemeClr val="tx1"/>
                </a:solidFill>
                <a:effectLst/>
                <a:uLnTx/>
                <a:uFillTx/>
                <a:latin typeface="微软雅黑" panose="020B0503020204020204" pitchFamily="34" charset="-122"/>
                <a:ea typeface="宋体" panose="02010600030101010101" pitchFamily="2" charset="-122"/>
                <a:cs typeface="+mj-cs"/>
              </a:rPr>
              <a:t>msg</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a:t>
            </a:r>
            <a:r>
              <a:rPr kumimoji="0" lang="en-US" altLang="zh-CN" sz="1400" b="0" i="0" u="none" strike="noStrike" kern="0" cap="none" spc="0" normalizeH="0" baseline="0" noProof="0" dirty="0" err="1">
                <a:ln>
                  <a:noFill/>
                </a:ln>
                <a:solidFill>
                  <a:schemeClr val="tx1"/>
                </a:solidFill>
                <a:effectLst/>
                <a:uLnTx/>
                <a:uFillTx/>
                <a:latin typeface="微软雅黑" panose="020B0503020204020204" pitchFamily="34" charset="-122"/>
                <a:ea typeface="宋体" panose="02010600030101010101" pitchFamily="2" charset="-122"/>
                <a:cs typeface="+mj-cs"/>
              </a:rPr>
              <a:t>psw</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a:t>
            </a:r>
          </a:p>
          <a:p>
            <a:pPr marL="182880" marR="0" lvl="0" indent="-182880" algn="l" defTabSz="1158875" rtl="0" eaLnBrk="0" fontAlgn="base" latinLnBrk="0" hangingPunct="0">
              <a:lnSpc>
                <a:spcPts val="1400"/>
              </a:lnSpc>
              <a:spcBef>
                <a:spcPts val="0"/>
              </a:spcBef>
              <a:spcAft>
                <a:spcPts val="0"/>
              </a:spcAft>
              <a:buClr>
                <a:srgbClr val="0000CC"/>
              </a:buClr>
              <a:buSzPct val="100000"/>
              <a:buFont typeface="Wingdings" panose="05000000000000000000" pitchFamily="2" charset="2"/>
              <a:buNone/>
              <a:defRPr/>
            </a:pP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             alert(</a:t>
            </a:r>
            <a:r>
              <a:rPr kumimoji="0" lang="en-US" altLang="zh-CN" sz="1400" b="0" i="0" u="none" strike="noStrike" kern="0" cap="none" spc="0" normalizeH="0" baseline="0" noProof="0" dirty="0" err="1">
                <a:ln>
                  <a:noFill/>
                </a:ln>
                <a:solidFill>
                  <a:schemeClr val="tx1"/>
                </a:solidFill>
                <a:effectLst/>
                <a:uLnTx/>
                <a:uFillTx/>
                <a:latin typeface="微软雅黑" panose="020B0503020204020204" pitchFamily="34" charset="-122"/>
                <a:ea typeface="宋体" panose="02010600030101010101" pitchFamily="2" charset="-122"/>
                <a:cs typeface="+mj-cs"/>
              </a:rPr>
              <a:t>msg</a:t>
            </a: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a:t>
            </a:r>
          </a:p>
          <a:p>
            <a:pPr marL="182880" marR="0" lvl="0" indent="-182880" algn="l" defTabSz="1158875" rtl="0" eaLnBrk="0" fontAlgn="base" latinLnBrk="0" hangingPunct="0">
              <a:lnSpc>
                <a:spcPts val="1400"/>
              </a:lnSpc>
              <a:spcBef>
                <a:spcPts val="0"/>
              </a:spcBef>
              <a:spcAft>
                <a:spcPts val="0"/>
              </a:spcAft>
              <a:buClr>
                <a:srgbClr val="0000CC"/>
              </a:buClr>
              <a:buSzPct val="100000"/>
              <a:buFont typeface="Wingdings" panose="05000000000000000000" pitchFamily="2" charset="2"/>
              <a:buNone/>
              <a:defRPr/>
            </a:pP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            return false;</a:t>
            </a:r>
          </a:p>
          <a:p>
            <a:pPr marL="182880" marR="0" lvl="0" indent="-182880" algn="l" defTabSz="1158875" rtl="0" eaLnBrk="0" fontAlgn="base" latinLnBrk="0" hangingPunct="0">
              <a:lnSpc>
                <a:spcPts val="1400"/>
              </a:lnSpc>
              <a:spcBef>
                <a:spcPts val="0"/>
              </a:spcBef>
              <a:spcAft>
                <a:spcPts val="0"/>
              </a:spcAft>
              <a:buClr>
                <a:srgbClr val="0000CC"/>
              </a:buClr>
              <a:buSzPct val="100000"/>
              <a:buFont typeface="Wingdings" panose="05000000000000000000" pitchFamily="2" charset="2"/>
              <a:buNone/>
              <a:defRPr/>
            </a:pPr>
            <a:r>
              <a:rPr kumimoji="0" lang="en-US" altLang="zh-CN" sz="14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rPr>
              <a:t>            }</a:t>
            </a:r>
          </a:p>
          <a:p>
            <a:pPr>
              <a:buNone/>
            </a:pPr>
            <a:r>
              <a:rPr lang="en-US" altLang="zh-CN" sz="1400" b="0" dirty="0">
                <a:latin typeface="Verdana" panose="020B0604030504040204" pitchFamily="34" charset="0"/>
                <a:ea typeface="Verdana" panose="020B0604030504040204" pitchFamily="34" charset="0"/>
                <a:cs typeface="Verdana" panose="020B0604030504040204" pitchFamily="34" charset="0"/>
              </a:rPr>
              <a:t>function </a:t>
            </a:r>
            <a:r>
              <a:rPr lang="en-US" altLang="zh-CN" sz="1400" b="0" dirty="0" err="1">
                <a:latin typeface="Verdana" panose="020B0604030504040204" pitchFamily="34" charset="0"/>
                <a:ea typeface="Verdana" panose="020B0604030504040204" pitchFamily="34" charset="0"/>
                <a:cs typeface="Verdana" panose="020B0604030504040204" pitchFamily="34" charset="0"/>
              </a:rPr>
              <a:t>resetTest</a:t>
            </a:r>
            <a:r>
              <a:rPr lang="en-US" altLang="zh-CN" sz="1400" b="0" dirty="0">
                <a:latin typeface="Verdana" panose="020B0604030504040204" pitchFamily="34" charset="0"/>
                <a:ea typeface="Verdana" panose="020B0604030504040204" pitchFamily="34" charset="0"/>
                <a:cs typeface="Verdana" panose="020B0604030504040204" pitchFamily="34" charset="0"/>
              </a:rPr>
              <a:t>() {alert("</a:t>
            </a:r>
            <a:r>
              <a:rPr lang="zh-CN" altLang="en-US" sz="1400" b="0" dirty="0">
                <a:latin typeface="Verdana" panose="020B0604030504040204" pitchFamily="34" charset="0"/>
                <a:ea typeface="宋体" panose="02010600030101010101" pitchFamily="2" charset="-122"/>
                <a:cs typeface="Verdana" panose="020B0604030504040204" pitchFamily="34" charset="0"/>
              </a:rPr>
              <a:t>将数据清空</a:t>
            </a:r>
            <a:r>
              <a:rPr lang="en-US" altLang="zh-CN" sz="1400" b="0" dirty="0">
                <a:latin typeface="Verdana" panose="020B0604030504040204" pitchFamily="34" charset="0"/>
                <a:ea typeface="Verdana" panose="020B0604030504040204" pitchFamily="34" charset="0"/>
                <a:cs typeface="Verdana" panose="020B0604030504040204" pitchFamily="34" charset="0"/>
              </a:rPr>
              <a:t>");}</a:t>
            </a:r>
          </a:p>
          <a:p>
            <a:pPr marL="182880" marR="0" lvl="0" indent="-182880" algn="l" defTabSz="1158875" rtl="0" eaLnBrk="0" fontAlgn="base" latinLnBrk="0" hangingPunct="0">
              <a:lnSpc>
                <a:spcPts val="1400"/>
              </a:lnSpc>
              <a:spcBef>
                <a:spcPts val="0"/>
              </a:spcBef>
              <a:spcAft>
                <a:spcPts val="0"/>
              </a:spcAft>
              <a:buClr>
                <a:srgbClr val="0000CC"/>
              </a:buClr>
              <a:buSzPct val="100000"/>
              <a:buFont typeface="Wingdings" panose="05000000000000000000" pitchFamily="2" charset="2"/>
              <a:buNone/>
              <a:defRPr/>
            </a:pPr>
            <a:endParaRPr kumimoji="0" lang="en-US" altLang="zh-CN" sz="1800" b="0" i="0" u="none" strike="noStrike" kern="0" cap="none" spc="0" normalizeH="0" baseline="0" noProof="0" dirty="0">
              <a:ln>
                <a:noFill/>
              </a:ln>
              <a:solidFill>
                <a:schemeClr val="tx1"/>
              </a:solidFill>
              <a:effectLst/>
              <a:uLnTx/>
              <a:uFillTx/>
              <a:latin typeface="微软雅黑" panose="020B0503020204020204" pitchFamily="34" charset="-122"/>
              <a:ea typeface="宋体" panose="02010600030101010101" pitchFamily="2"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 calcmode="lin" valueType="num">
                                      <p:cBhvr additive="base">
                                        <p:cTn id="5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5">
                                            <p:txEl>
                                              <p:pRg st="9" end="9"/>
                                            </p:txEl>
                                          </p:spTgt>
                                        </p:tgtEl>
                                        <p:attrNameLst>
                                          <p:attrName>style.visibility</p:attrName>
                                        </p:attrNameLst>
                                      </p:cBhvr>
                                      <p:to>
                                        <p:strVal val="visible"/>
                                      </p:to>
                                    </p:set>
                                    <p:anim calcmode="lin" valueType="num">
                                      <p:cBhvr additive="base">
                                        <p:cTn id="6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5">
                                            <p:txEl>
                                              <p:pRg st="10" end="10"/>
                                            </p:txEl>
                                          </p:spTgt>
                                        </p:tgtEl>
                                        <p:attrNameLst>
                                          <p:attrName>style.visibility</p:attrName>
                                        </p:attrNameLst>
                                      </p:cBhvr>
                                      <p:to>
                                        <p:strVal val="visible"/>
                                      </p:to>
                                    </p:set>
                                    <p:anim calcmode="lin" valueType="num">
                                      <p:cBhvr additive="base">
                                        <p:cTn id="67"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5">
                                            <p:txEl>
                                              <p:pRg st="11" end="11"/>
                                            </p:txEl>
                                          </p:spTgt>
                                        </p:tgtEl>
                                        <p:attrNameLst>
                                          <p:attrName>style.visibility</p:attrName>
                                        </p:attrNameLst>
                                      </p:cBhvr>
                                      <p:to>
                                        <p:strVal val="visible"/>
                                      </p:to>
                                    </p:set>
                                    <p:anim calcmode="lin" valueType="num">
                                      <p:cBhvr additive="base">
                                        <p:cTn id="73"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5">
                                            <p:txEl>
                                              <p:pRg st="12" end="12"/>
                                            </p:txEl>
                                          </p:spTgt>
                                        </p:tgtEl>
                                        <p:attrNameLst>
                                          <p:attrName>style.visibility</p:attrName>
                                        </p:attrNameLst>
                                      </p:cBhvr>
                                      <p:to>
                                        <p:strVal val="visible"/>
                                      </p:to>
                                    </p:set>
                                    <p:anim calcmode="lin" valueType="num">
                                      <p:cBhvr additive="base">
                                        <p:cTn id="79"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5">
                                            <p:txEl>
                                              <p:pRg st="13" end="13"/>
                                            </p:txEl>
                                          </p:spTgt>
                                        </p:tgtEl>
                                        <p:attrNameLst>
                                          <p:attrName>style.visibility</p:attrName>
                                        </p:attrNameLst>
                                      </p:cBhvr>
                                      <p:to>
                                        <p:strVal val="visible"/>
                                      </p:to>
                                    </p:set>
                                    <p:anim calcmode="lin" valueType="num">
                                      <p:cBhvr additive="base">
                                        <p:cTn id="85"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5">
                                            <p:txEl>
                                              <p:pRg st="14" end="14"/>
                                            </p:txEl>
                                          </p:spTgt>
                                        </p:tgtEl>
                                        <p:attrNameLst>
                                          <p:attrName>style.visibility</p:attrName>
                                        </p:attrNameLst>
                                      </p:cBhvr>
                                      <p:to>
                                        <p:strVal val="visible"/>
                                      </p:to>
                                    </p:set>
                                    <p:anim calcmode="lin" valueType="num">
                                      <p:cBhvr additive="base">
                                        <p:cTn id="91" dur="500" fill="hold"/>
                                        <p:tgtEl>
                                          <p:spTgt spid="5">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5">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5">
                                            <p:txEl>
                                              <p:pRg st="15" end="15"/>
                                            </p:txEl>
                                          </p:spTgt>
                                        </p:tgtEl>
                                        <p:attrNameLst>
                                          <p:attrName>style.visibility</p:attrName>
                                        </p:attrNameLst>
                                      </p:cBhvr>
                                      <p:to>
                                        <p:strVal val="visible"/>
                                      </p:to>
                                    </p:set>
                                    <p:anim calcmode="lin" valueType="num">
                                      <p:cBhvr additive="base">
                                        <p:cTn id="97" dur="500" fill="hold"/>
                                        <p:tgtEl>
                                          <p:spTgt spid="5">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5">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en-US" altLang="zh-CN" dirty="0"/>
              <a:t>15.2.2 </a:t>
            </a:r>
            <a:r>
              <a:rPr lang="zh-CN" altLang="en-US" dirty="0"/>
              <a:t>提交及重置事件</a:t>
            </a:r>
            <a:r>
              <a:rPr lang="en-US" altLang="zh-CN" dirty="0"/>
              <a:t>-</a:t>
            </a:r>
            <a:r>
              <a:rPr lang="zh-CN" altLang="en-US" dirty="0"/>
              <a:t>案例</a:t>
            </a:r>
          </a:p>
        </p:txBody>
      </p:sp>
      <p:sp>
        <p:nvSpPr>
          <p:cNvPr id="6" name="矩形 5"/>
          <p:cNvSpPr/>
          <p:nvPr/>
        </p:nvSpPr>
        <p:spPr>
          <a:xfrm>
            <a:off x="533400" y="819150"/>
            <a:ext cx="4800600" cy="3797963"/>
          </a:xfrm>
          <a:prstGeom prst="rect">
            <a:avLst/>
          </a:prstGeom>
        </p:spPr>
        <p:txBody>
          <a:bodyPr wrap="square">
            <a:spAutoFit/>
          </a:bodyPr>
          <a:lstStyle/>
          <a:p>
            <a:pPr>
              <a:spcBef>
                <a:spcPts val="0"/>
              </a:spcBef>
              <a:spcAft>
                <a:spcPts val="0"/>
              </a:spcAft>
              <a:buNone/>
            </a:pPr>
            <a:r>
              <a:rPr lang="en-US" altLang="zh-CN" sz="1400" b="0" dirty="0">
                <a:latin typeface="Verdana" panose="020B0604030504040204" pitchFamily="34" charset="0"/>
                <a:ea typeface="Verdana" panose="020B0604030504040204" pitchFamily="34" charset="0"/>
                <a:cs typeface="Verdana" panose="020B0604030504040204" pitchFamily="34" charset="0"/>
              </a:rPr>
              <a:t>&lt;/script&gt;</a:t>
            </a:r>
          </a:p>
          <a:p>
            <a:pPr>
              <a:spcBef>
                <a:spcPts val="0"/>
              </a:spcBef>
              <a:spcAft>
                <a:spcPts val="0"/>
              </a:spcAft>
              <a:buNone/>
            </a:pPr>
            <a:r>
              <a:rPr lang="en-US" altLang="zh-CN" sz="1400" b="0" dirty="0">
                <a:latin typeface="Verdana" panose="020B0604030504040204" pitchFamily="34" charset="0"/>
                <a:ea typeface="Verdana" panose="020B0604030504040204" pitchFamily="34" charset="0"/>
                <a:cs typeface="Verdana" panose="020B0604030504040204" pitchFamily="34" charset="0"/>
              </a:rPr>
              <a:t>&lt;style type=“text/</a:t>
            </a:r>
            <a:r>
              <a:rPr lang="en-US" altLang="zh-CN" sz="1400" b="0" dirty="0" err="1">
                <a:latin typeface="Verdana" panose="020B0604030504040204" pitchFamily="34" charset="0"/>
                <a:ea typeface="Verdana" panose="020B0604030504040204" pitchFamily="34" charset="0"/>
                <a:cs typeface="Verdana" panose="020B0604030504040204" pitchFamily="34" charset="0"/>
              </a:rPr>
              <a:t>css</a:t>
            </a:r>
            <a:r>
              <a:rPr lang="en-US" altLang="zh-CN" sz="1400" b="0" dirty="0">
                <a:latin typeface="Verdana" panose="020B0604030504040204" pitchFamily="34" charset="0"/>
                <a:ea typeface="Verdana" panose="020B0604030504040204" pitchFamily="34" charset="0"/>
                <a:cs typeface="Verdana" panose="020B0604030504040204" pitchFamily="34" charset="0"/>
              </a:rPr>
              <a:t>“&gt;   </a:t>
            </a:r>
            <a:r>
              <a:rPr lang="zh-CN" altLang="en-US" sz="1400" b="0" dirty="0">
                <a:latin typeface="Verdana" panose="020B0604030504040204" pitchFamily="34" charset="0"/>
                <a:ea typeface="宋体" panose="02010600030101010101" pitchFamily="2" charset="-122"/>
                <a:cs typeface="Verdana" panose="020B0604030504040204" pitchFamily="34" charset="0"/>
              </a:rPr>
              <a:t>                  </a:t>
            </a:r>
            <a:r>
              <a:rPr lang="en-US" altLang="zh-CN" sz="1400" b="0" dirty="0" err="1">
                <a:latin typeface="Verdana" panose="020B0604030504040204" pitchFamily="34" charset="0"/>
                <a:ea typeface="Verdana" panose="020B0604030504040204" pitchFamily="34" charset="0"/>
                <a:cs typeface="Verdana" panose="020B0604030504040204" pitchFamily="34" charset="0"/>
              </a:rPr>
              <a:t>fieldset</a:t>
            </a:r>
            <a:r>
              <a:rPr lang="en-US" altLang="zh-CN" sz="1400" b="0" dirty="0">
                <a:latin typeface="Verdana" panose="020B0604030504040204" pitchFamily="34" charset="0"/>
                <a:ea typeface="Verdana" panose="020B0604030504040204" pitchFamily="34" charset="0"/>
                <a:cs typeface="Verdana" panose="020B0604030504040204" pitchFamily="34" charset="0"/>
              </a:rPr>
              <a:t>{width:350px;height:150px;}</a:t>
            </a:r>
          </a:p>
          <a:p>
            <a:pPr>
              <a:spcBef>
                <a:spcPts val="0"/>
              </a:spcBef>
              <a:spcAft>
                <a:spcPts val="0"/>
              </a:spcAft>
              <a:buNone/>
            </a:pPr>
            <a:r>
              <a:rPr lang="en-US" altLang="zh-CN" sz="1400" b="0" dirty="0">
                <a:latin typeface="Verdana" panose="020B0604030504040204" pitchFamily="34" charset="0"/>
                <a:ea typeface="Verdana" panose="020B0604030504040204" pitchFamily="34" charset="0"/>
                <a:cs typeface="Verdana" panose="020B0604030504040204" pitchFamily="34" charset="0"/>
              </a:rPr>
              <a:t>&lt;/style&gt;</a:t>
            </a:r>
          </a:p>
          <a:p>
            <a:r>
              <a:rPr lang="en-US" altLang="zh-CN" sz="1400" b="0" dirty="0">
                <a:latin typeface="Verdana" panose="020B0604030504040204" pitchFamily="34" charset="0"/>
                <a:ea typeface="Verdana" panose="020B0604030504040204" pitchFamily="34" charset="0"/>
                <a:cs typeface="Verdana" panose="020B0604030504040204" pitchFamily="34" charset="0"/>
              </a:rPr>
              <a:t>&lt;/head&gt; </a:t>
            </a:r>
          </a:p>
          <a:p>
            <a:pPr>
              <a:lnSpc>
                <a:spcPts val="1400"/>
              </a:lnSpc>
              <a:spcBef>
                <a:spcPts val="0"/>
              </a:spcBef>
            </a:pPr>
            <a:r>
              <a:rPr lang="en-US" altLang="zh-CN" sz="1400" b="0" dirty="0">
                <a:latin typeface="Verdana" panose="020B0604030504040204" pitchFamily="34" charset="0"/>
                <a:cs typeface="Verdana" panose="020B0604030504040204" pitchFamily="34" charset="0"/>
              </a:rPr>
              <a:t>&lt;body&gt;</a:t>
            </a:r>
          </a:p>
          <a:p>
            <a:pPr>
              <a:lnSpc>
                <a:spcPts val="1400"/>
              </a:lnSpc>
              <a:spcBef>
                <a:spcPts val="0"/>
              </a:spcBef>
            </a:pPr>
            <a:r>
              <a:rPr lang="en-US" altLang="zh-CN" sz="1400" b="0" dirty="0">
                <a:latin typeface="Verdana" panose="020B0604030504040204" pitchFamily="34" charset="0"/>
                <a:cs typeface="Verdana" panose="020B0604030504040204" pitchFamily="34" charset="0"/>
              </a:rPr>
              <a:t>  &lt;form </a:t>
            </a:r>
            <a:r>
              <a:rPr lang="en-US" altLang="zh-CN" sz="1400" b="0" dirty="0" err="1">
                <a:latin typeface="Verdana" panose="020B0604030504040204" pitchFamily="34" charset="0"/>
                <a:cs typeface="Verdana" panose="020B0604030504040204" pitchFamily="34" charset="0"/>
              </a:rPr>
              <a:t>onsubmit</a:t>
            </a:r>
            <a:r>
              <a:rPr lang="en-US" altLang="zh-CN" sz="1400" b="0" dirty="0">
                <a:latin typeface="Verdana" panose="020B0604030504040204" pitchFamily="34" charset="0"/>
                <a:cs typeface="Verdana" panose="020B0604030504040204" pitchFamily="34" charset="0"/>
              </a:rPr>
              <a:t>="return </a:t>
            </a:r>
            <a:r>
              <a:rPr lang="en-US" altLang="zh-CN" sz="1400" b="0" dirty="0" err="1">
                <a:latin typeface="Verdana" panose="020B0604030504040204" pitchFamily="34" charset="0"/>
                <a:cs typeface="Verdana" panose="020B0604030504040204" pitchFamily="34" charset="0"/>
              </a:rPr>
              <a:t>submitTest</a:t>
            </a:r>
            <a:r>
              <a:rPr lang="en-US" altLang="zh-CN" sz="1400" b="0" dirty="0">
                <a:latin typeface="Verdana" panose="020B0604030504040204" pitchFamily="34" charset="0"/>
                <a:cs typeface="Verdana" panose="020B0604030504040204" pitchFamily="34" charset="0"/>
              </a:rPr>
              <a:t>();"  </a:t>
            </a:r>
            <a:r>
              <a:rPr lang="en-US" altLang="zh-CN" sz="1400" b="0" dirty="0" err="1">
                <a:latin typeface="Verdana" panose="020B0604030504040204" pitchFamily="34" charset="0"/>
                <a:cs typeface="Verdana" panose="020B0604030504040204" pitchFamily="34" charset="0"/>
              </a:rPr>
              <a:t>onreset</a:t>
            </a:r>
            <a:r>
              <a:rPr lang="en-US" altLang="zh-CN" sz="1400" b="0" dirty="0">
                <a:latin typeface="Verdana" panose="020B0604030504040204" pitchFamily="34" charset="0"/>
                <a:cs typeface="Verdana" panose="020B0604030504040204" pitchFamily="34" charset="0"/>
              </a:rPr>
              <a:t>="</a:t>
            </a:r>
            <a:r>
              <a:rPr lang="en-US" altLang="zh-CN" sz="1400" b="0" dirty="0" err="1">
                <a:latin typeface="Verdana" panose="020B0604030504040204" pitchFamily="34" charset="0"/>
                <a:cs typeface="Verdana" panose="020B0604030504040204" pitchFamily="34" charset="0"/>
              </a:rPr>
              <a:t>resetTest</a:t>
            </a:r>
            <a:r>
              <a:rPr lang="en-US" altLang="zh-CN" sz="1400" b="0" dirty="0">
                <a:latin typeface="Verdana" panose="020B0604030504040204" pitchFamily="34" charset="0"/>
                <a:cs typeface="Verdana" panose="020B0604030504040204" pitchFamily="34" charset="0"/>
              </a:rPr>
              <a:t>()"&gt; </a:t>
            </a:r>
          </a:p>
          <a:p>
            <a:pPr>
              <a:lnSpc>
                <a:spcPts val="1400"/>
              </a:lnSpc>
              <a:spcBef>
                <a:spcPts val="0"/>
              </a:spcBef>
            </a:pPr>
            <a:r>
              <a:rPr lang="en-US" altLang="zh-CN" sz="1400" b="0" dirty="0">
                <a:latin typeface="Verdana" panose="020B0604030504040204" pitchFamily="34" charset="0"/>
                <a:cs typeface="Verdana" panose="020B0604030504040204" pitchFamily="34" charset="0"/>
              </a:rPr>
              <a:t>   &lt;</a:t>
            </a:r>
            <a:r>
              <a:rPr lang="en-US" altLang="zh-CN" sz="1400" b="0" dirty="0" err="1">
                <a:latin typeface="Verdana" panose="020B0604030504040204" pitchFamily="34" charset="0"/>
                <a:cs typeface="Verdana" panose="020B0604030504040204" pitchFamily="34" charset="0"/>
              </a:rPr>
              <a:t>fieldset</a:t>
            </a:r>
            <a:r>
              <a:rPr lang="en-US" altLang="zh-CN" sz="1400" b="0" dirty="0">
                <a:latin typeface="Verdana" panose="020B0604030504040204" pitchFamily="34" charset="0"/>
                <a:cs typeface="Verdana" panose="020B0604030504040204" pitchFamily="34" charset="0"/>
              </a:rPr>
              <a:t>&gt;</a:t>
            </a:r>
          </a:p>
          <a:p>
            <a:pPr>
              <a:lnSpc>
                <a:spcPts val="1400"/>
              </a:lnSpc>
              <a:spcBef>
                <a:spcPts val="0"/>
              </a:spcBef>
            </a:pPr>
            <a:r>
              <a:rPr lang="en-US" altLang="zh-CN" sz="1400" b="0" dirty="0">
                <a:latin typeface="Verdana" panose="020B0604030504040204" pitchFamily="34" charset="0"/>
                <a:cs typeface="Verdana" panose="020B0604030504040204" pitchFamily="34" charset="0"/>
              </a:rPr>
              <a:t>   &lt;legend&gt;</a:t>
            </a:r>
            <a:r>
              <a:rPr lang="zh-CN" altLang="en-US" sz="1400" b="0" dirty="0">
                <a:latin typeface="Verdana" panose="020B0604030504040204" pitchFamily="34" charset="0"/>
                <a:cs typeface="Verdana" panose="020B0604030504040204" pitchFamily="34" charset="0"/>
              </a:rPr>
              <a:t>表单数据提交</a:t>
            </a:r>
            <a:r>
              <a:rPr lang="en-US" altLang="zh-CN" sz="1400" b="0" dirty="0">
                <a:latin typeface="Verdana" panose="020B0604030504040204" pitchFamily="34" charset="0"/>
                <a:cs typeface="Verdana" panose="020B0604030504040204" pitchFamily="34" charset="0"/>
              </a:rPr>
              <a:t>&lt;/legend&gt;</a:t>
            </a:r>
          </a:p>
          <a:p>
            <a:pPr>
              <a:lnSpc>
                <a:spcPts val="1400"/>
              </a:lnSpc>
              <a:spcBef>
                <a:spcPts val="0"/>
              </a:spcBef>
            </a:pPr>
            <a:r>
              <a:rPr lang="en-US" altLang="zh-CN" sz="1400" b="0" dirty="0">
                <a:latin typeface="Verdana" panose="020B0604030504040204" pitchFamily="34" charset="0"/>
                <a:cs typeface="Verdana" panose="020B0604030504040204" pitchFamily="34" charset="0"/>
              </a:rPr>
              <a:t>   &lt;</a:t>
            </a:r>
            <a:r>
              <a:rPr lang="en-US" altLang="zh-CN" sz="1400" b="0" dirty="0" err="1">
                <a:latin typeface="Verdana" panose="020B0604030504040204" pitchFamily="34" charset="0"/>
                <a:cs typeface="Verdana" panose="020B0604030504040204" pitchFamily="34" charset="0"/>
              </a:rPr>
              <a:t>br</a:t>
            </a:r>
            <a:r>
              <a:rPr lang="en-US" altLang="zh-CN" sz="1400" b="0" dirty="0">
                <a:latin typeface="Verdana" panose="020B0604030504040204" pitchFamily="34" charset="0"/>
                <a:cs typeface="Verdana" panose="020B0604030504040204" pitchFamily="34" charset="0"/>
              </a:rPr>
              <a:t>&gt;&lt;label&gt;</a:t>
            </a:r>
            <a:r>
              <a:rPr lang="zh-CN" altLang="en-US" sz="1400" b="0" dirty="0">
                <a:latin typeface="Verdana" panose="020B0604030504040204" pitchFamily="34" charset="0"/>
                <a:cs typeface="Verdana" panose="020B0604030504040204" pitchFamily="34" charset="0"/>
              </a:rPr>
              <a:t>用户名：</a:t>
            </a:r>
            <a:r>
              <a:rPr lang="en-US" altLang="zh-CN" sz="1400" b="0" dirty="0">
                <a:latin typeface="Verdana" panose="020B0604030504040204" pitchFamily="34" charset="0"/>
                <a:cs typeface="Verdana" panose="020B0604030504040204" pitchFamily="34" charset="0"/>
              </a:rPr>
              <a:t>&lt;/label&gt;&lt;input type="text" id="input1"&gt;</a:t>
            </a:r>
          </a:p>
          <a:p>
            <a:pPr>
              <a:lnSpc>
                <a:spcPts val="1400"/>
              </a:lnSpc>
              <a:spcBef>
                <a:spcPts val="0"/>
              </a:spcBef>
            </a:pPr>
            <a:r>
              <a:rPr lang="en-US" altLang="zh-CN" sz="1400" b="0" dirty="0">
                <a:latin typeface="Verdana" panose="020B0604030504040204" pitchFamily="34" charset="0"/>
                <a:cs typeface="Verdana" panose="020B0604030504040204" pitchFamily="34" charset="0"/>
              </a:rPr>
              <a:t>   &lt;</a:t>
            </a:r>
            <a:r>
              <a:rPr lang="en-US" altLang="zh-CN" sz="1400" b="0" dirty="0" err="1">
                <a:latin typeface="Verdana" panose="020B0604030504040204" pitchFamily="34" charset="0"/>
                <a:cs typeface="Verdana" panose="020B0604030504040204" pitchFamily="34" charset="0"/>
              </a:rPr>
              <a:t>br</a:t>
            </a:r>
            <a:r>
              <a:rPr lang="en-US" altLang="zh-CN" sz="1400" b="0" dirty="0">
                <a:latin typeface="Verdana" panose="020B0604030504040204" pitchFamily="34" charset="0"/>
                <a:cs typeface="Verdana" panose="020B0604030504040204" pitchFamily="34" charset="0"/>
              </a:rPr>
              <a:t>&gt;&lt;label&gt;</a:t>
            </a:r>
            <a:r>
              <a:rPr lang="zh-CN" altLang="en-US" sz="1400" b="0" dirty="0">
                <a:latin typeface="Verdana" panose="020B0604030504040204" pitchFamily="34" charset="0"/>
                <a:cs typeface="Verdana" panose="020B0604030504040204" pitchFamily="34" charset="0"/>
              </a:rPr>
              <a:t>密</a:t>
            </a:r>
            <a:r>
              <a:rPr lang="en-US" altLang="zh-CN" sz="1400" b="0" dirty="0">
                <a:latin typeface="Verdana" panose="020B0604030504040204" pitchFamily="34" charset="0"/>
                <a:cs typeface="Verdana" panose="020B0604030504040204" pitchFamily="34" charset="0"/>
              </a:rPr>
              <a:t>&amp;</a:t>
            </a:r>
            <a:r>
              <a:rPr lang="en-US" altLang="zh-CN" sz="1400" b="0" dirty="0" err="1">
                <a:latin typeface="Verdana" panose="020B0604030504040204" pitchFamily="34" charset="0"/>
                <a:cs typeface="Verdana" panose="020B0604030504040204" pitchFamily="34" charset="0"/>
              </a:rPr>
              <a:t>nbsp</a:t>
            </a:r>
            <a:r>
              <a:rPr lang="en-US" altLang="zh-CN" sz="1400" b="0" dirty="0">
                <a:latin typeface="Verdana" panose="020B0604030504040204" pitchFamily="34" charset="0"/>
                <a:cs typeface="Verdana" panose="020B0604030504040204" pitchFamily="34" charset="0"/>
              </a:rPr>
              <a:t>;</a:t>
            </a:r>
            <a:r>
              <a:rPr lang="zh-CN" altLang="en-US" sz="1400" b="0" dirty="0">
                <a:latin typeface="Verdana" panose="020B0604030504040204" pitchFamily="34" charset="0"/>
                <a:cs typeface="Verdana" panose="020B0604030504040204" pitchFamily="34" charset="0"/>
              </a:rPr>
              <a:t>码：</a:t>
            </a:r>
            <a:r>
              <a:rPr lang="en-US" altLang="zh-CN" sz="1400" b="0" dirty="0">
                <a:latin typeface="Verdana" panose="020B0604030504040204" pitchFamily="34" charset="0"/>
                <a:cs typeface="Verdana" panose="020B0604030504040204" pitchFamily="34" charset="0"/>
              </a:rPr>
              <a:t>&lt;/label&gt;&lt;input type="password" id="input2"&gt;</a:t>
            </a:r>
          </a:p>
          <a:p>
            <a:pPr>
              <a:lnSpc>
                <a:spcPts val="1400"/>
              </a:lnSpc>
              <a:spcBef>
                <a:spcPts val="0"/>
              </a:spcBef>
            </a:pPr>
            <a:r>
              <a:rPr lang="en-US" altLang="zh-CN" sz="1400" b="0" dirty="0">
                <a:latin typeface="Verdana" panose="020B0604030504040204" pitchFamily="34" charset="0"/>
                <a:cs typeface="Verdana" panose="020B0604030504040204" pitchFamily="34" charset="0"/>
              </a:rPr>
              <a:t>   &lt;</a:t>
            </a:r>
            <a:r>
              <a:rPr lang="en-US" altLang="zh-CN" sz="1400" b="0" dirty="0" err="1">
                <a:latin typeface="Verdana" panose="020B0604030504040204" pitchFamily="34" charset="0"/>
                <a:cs typeface="Verdana" panose="020B0604030504040204" pitchFamily="34" charset="0"/>
              </a:rPr>
              <a:t>br</a:t>
            </a:r>
            <a:r>
              <a:rPr lang="en-US" altLang="zh-CN" sz="1400" b="0" dirty="0">
                <a:latin typeface="Verdana" panose="020B0604030504040204" pitchFamily="34" charset="0"/>
                <a:cs typeface="Verdana" panose="020B0604030504040204" pitchFamily="34" charset="0"/>
              </a:rPr>
              <a:t>&gt;&lt;input type="submit" value="</a:t>
            </a:r>
            <a:r>
              <a:rPr lang="zh-CN" altLang="en-US" sz="1400" b="0" dirty="0">
                <a:latin typeface="Verdana" panose="020B0604030504040204" pitchFamily="34" charset="0"/>
                <a:cs typeface="Verdana" panose="020B0604030504040204" pitchFamily="34" charset="0"/>
              </a:rPr>
              <a:t>提交</a:t>
            </a:r>
            <a:r>
              <a:rPr lang="en-US" altLang="zh-CN" sz="1400" b="0" dirty="0">
                <a:latin typeface="Verdana" panose="020B0604030504040204" pitchFamily="34" charset="0"/>
                <a:cs typeface="Verdana" panose="020B0604030504040204" pitchFamily="34" charset="0"/>
              </a:rPr>
              <a:t>"&gt;</a:t>
            </a:r>
          </a:p>
          <a:p>
            <a:pPr>
              <a:lnSpc>
                <a:spcPts val="1400"/>
              </a:lnSpc>
              <a:spcBef>
                <a:spcPts val="0"/>
              </a:spcBef>
            </a:pPr>
            <a:r>
              <a:rPr lang="en-US" altLang="zh-CN" sz="1400" b="0" dirty="0">
                <a:latin typeface="Verdana" panose="020B0604030504040204" pitchFamily="34" charset="0"/>
                <a:cs typeface="Verdana" panose="020B0604030504040204" pitchFamily="34" charset="0"/>
              </a:rPr>
              <a:t>   &lt;input type="reset" value="</a:t>
            </a:r>
            <a:r>
              <a:rPr lang="zh-CN" altLang="en-US" sz="1400" b="0" dirty="0">
                <a:latin typeface="Verdana" panose="020B0604030504040204" pitchFamily="34" charset="0"/>
                <a:cs typeface="Verdana" panose="020B0604030504040204" pitchFamily="34" charset="0"/>
              </a:rPr>
              <a:t>重置</a:t>
            </a:r>
            <a:r>
              <a:rPr lang="en-US" altLang="zh-CN" sz="1400" b="0" dirty="0">
                <a:latin typeface="Verdana" panose="020B0604030504040204" pitchFamily="34" charset="0"/>
                <a:cs typeface="Verdana" panose="020B0604030504040204" pitchFamily="34" charset="0"/>
              </a:rPr>
              <a:t>"&gt;</a:t>
            </a:r>
          </a:p>
          <a:p>
            <a:pPr>
              <a:lnSpc>
                <a:spcPts val="1400"/>
              </a:lnSpc>
              <a:spcBef>
                <a:spcPts val="0"/>
              </a:spcBef>
            </a:pPr>
            <a:r>
              <a:rPr lang="en-US" altLang="zh-CN" sz="1400" b="0" dirty="0">
                <a:latin typeface="Verdana" panose="020B0604030504040204" pitchFamily="34" charset="0"/>
                <a:cs typeface="Verdana" panose="020B0604030504040204" pitchFamily="34" charset="0"/>
              </a:rPr>
              <a:t>   &lt;/</a:t>
            </a:r>
            <a:r>
              <a:rPr lang="en-US" altLang="zh-CN" sz="1400" b="0" dirty="0" err="1">
                <a:latin typeface="Verdana" panose="020B0604030504040204" pitchFamily="34" charset="0"/>
                <a:cs typeface="Verdana" panose="020B0604030504040204" pitchFamily="34" charset="0"/>
              </a:rPr>
              <a:t>fieldset</a:t>
            </a:r>
            <a:r>
              <a:rPr lang="en-US" altLang="zh-CN" sz="1400" b="0" dirty="0">
                <a:latin typeface="Verdana" panose="020B0604030504040204" pitchFamily="34" charset="0"/>
                <a:cs typeface="Verdana" panose="020B0604030504040204" pitchFamily="34" charset="0"/>
              </a:rPr>
              <a:t>&gt;</a:t>
            </a:r>
          </a:p>
          <a:p>
            <a:pPr>
              <a:lnSpc>
                <a:spcPts val="1400"/>
              </a:lnSpc>
              <a:spcBef>
                <a:spcPts val="0"/>
              </a:spcBef>
            </a:pPr>
            <a:r>
              <a:rPr lang="en-US" altLang="zh-CN" sz="1400" b="0" dirty="0">
                <a:latin typeface="Verdana" panose="020B0604030504040204" pitchFamily="34" charset="0"/>
                <a:cs typeface="Verdana" panose="020B0604030504040204" pitchFamily="34" charset="0"/>
              </a:rPr>
              <a:t>&lt;/form&gt;</a:t>
            </a:r>
          </a:p>
          <a:p>
            <a:pPr>
              <a:lnSpc>
                <a:spcPts val="1400"/>
              </a:lnSpc>
              <a:spcBef>
                <a:spcPts val="0"/>
              </a:spcBef>
            </a:pPr>
            <a:r>
              <a:rPr lang="en-US" altLang="zh-CN" sz="1400" b="0" dirty="0">
                <a:latin typeface="Verdana" panose="020B0604030504040204" pitchFamily="34" charset="0"/>
                <a:cs typeface="Verdana" panose="020B0604030504040204" pitchFamily="34" charset="0"/>
              </a:rPr>
              <a:t>&lt;/body&gt;</a:t>
            </a:r>
          </a:p>
          <a:p>
            <a:pPr>
              <a:lnSpc>
                <a:spcPts val="1400"/>
              </a:lnSpc>
              <a:spcBef>
                <a:spcPts val="0"/>
              </a:spcBef>
            </a:pPr>
            <a:r>
              <a:rPr lang="en-US" altLang="zh-CN" sz="1400" b="0" dirty="0">
                <a:latin typeface="Verdana" panose="020B0604030504040204" pitchFamily="34" charset="0"/>
                <a:cs typeface="Verdana" panose="020B0604030504040204" pitchFamily="34" charset="0"/>
              </a:rPr>
              <a:t>&lt;/html&gt;</a:t>
            </a:r>
            <a:endParaRPr lang="zh-CN" altLang="en-US" sz="1400" b="0" dirty="0">
              <a:latin typeface="Verdana" panose="020B0604030504040204" pitchFamily="34" charset="0"/>
              <a:cs typeface="Verdana" panose="020B0604030504040204" pitchFamily="34" charset="0"/>
            </a:endParaRPr>
          </a:p>
        </p:txBody>
      </p:sp>
      <p:pic>
        <p:nvPicPr>
          <p:cNvPr id="3074" name="Picture 2"/>
          <p:cNvPicPr>
            <a:picLocks noChangeAspect="1" noChangeArrowheads="1"/>
          </p:cNvPicPr>
          <p:nvPr/>
        </p:nvPicPr>
        <p:blipFill>
          <a:blip r:embed="rId2" cstate="print"/>
          <a:srcRect/>
          <a:stretch>
            <a:fillRect/>
          </a:stretch>
        </p:blipFill>
        <p:spPr bwMode="auto">
          <a:xfrm>
            <a:off x="5410200" y="971550"/>
            <a:ext cx="3646568" cy="140009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ltLang="zh-CN" dirty="0"/>
              <a:t>15.2.3 </a:t>
            </a:r>
            <a:r>
              <a:rPr lang="zh-CN" altLang="en-US" dirty="0"/>
              <a:t>改变及选择事件</a:t>
            </a:r>
          </a:p>
        </p:txBody>
      </p:sp>
      <p:sp>
        <p:nvSpPr>
          <p:cNvPr id="142339" name="Rectangle 3"/>
          <p:cNvSpPr>
            <a:spLocks noGrp="1" noChangeArrowheads="1"/>
          </p:cNvSpPr>
          <p:nvPr>
            <p:ph idx="1"/>
          </p:nvPr>
        </p:nvSpPr>
        <p:spPr>
          <a:xfrm>
            <a:off x="533400" y="819151"/>
            <a:ext cx="8509000" cy="3810000"/>
          </a:xfrm>
        </p:spPr>
        <p:txBody>
          <a:bodyPr/>
          <a:lstStyle/>
          <a:p>
            <a:pPr marL="342900" indent="-342900">
              <a:spcBef>
                <a:spcPts val="0"/>
              </a:spcBef>
              <a:spcAft>
                <a:spcPts val="0"/>
              </a:spcAft>
              <a:buNone/>
            </a:pPr>
            <a:r>
              <a:rPr lang="en-US" altLang="zh-CN" sz="1400" dirty="0">
                <a:latin typeface="Verdana" panose="020B0604030504040204" pitchFamily="34" charset="0"/>
                <a:ea typeface="宋体" panose="02010600030101010101" pitchFamily="2" charset="-122"/>
              </a:rPr>
              <a:t>&lt;!-- edu_15_2_3.html --&gt;</a:t>
            </a:r>
          </a:p>
          <a:p>
            <a:pPr marL="342900" indent="-342900">
              <a:spcBef>
                <a:spcPts val="0"/>
              </a:spcBef>
              <a:spcAft>
                <a:spcPts val="0"/>
              </a:spcAft>
              <a:buNone/>
            </a:pPr>
            <a:r>
              <a:rPr lang="en-US" altLang="zh-CN" sz="1400" dirty="0">
                <a:latin typeface="Verdana" panose="020B0604030504040204" pitchFamily="34" charset="0"/>
                <a:ea typeface="宋体" panose="02010600030101010101" pitchFamily="2" charset="-122"/>
              </a:rPr>
              <a:t>&lt;html&gt;</a:t>
            </a:r>
          </a:p>
          <a:p>
            <a:pPr marL="342900" indent="-342900">
              <a:spcBef>
                <a:spcPts val="0"/>
              </a:spcBef>
              <a:spcAft>
                <a:spcPts val="0"/>
              </a:spcAft>
              <a:buNone/>
            </a:pPr>
            <a:r>
              <a:rPr lang="en-US" altLang="zh-CN" sz="1400" dirty="0">
                <a:latin typeface="Verdana" panose="020B0604030504040204" pitchFamily="34" charset="0"/>
                <a:ea typeface="宋体" panose="02010600030101010101" pitchFamily="2" charset="-122"/>
              </a:rPr>
              <a:t>   &lt;head&gt;</a:t>
            </a:r>
          </a:p>
          <a:p>
            <a:pPr marL="342900" indent="-342900">
              <a:spcBef>
                <a:spcPts val="0"/>
              </a:spcBef>
              <a:spcAft>
                <a:spcPts val="0"/>
              </a:spcAft>
              <a:buNone/>
            </a:pPr>
            <a:r>
              <a:rPr lang="en-US" altLang="zh-CN" sz="1400" dirty="0">
                <a:latin typeface="Verdana" panose="020B0604030504040204" pitchFamily="34" charset="0"/>
                <a:ea typeface="宋体" panose="02010600030101010101" pitchFamily="2" charset="-122"/>
              </a:rPr>
              <a:t>&lt;title&gt;</a:t>
            </a:r>
            <a:r>
              <a:rPr lang="zh-CN" altLang="en-US" sz="1400" dirty="0">
                <a:latin typeface="Verdana" panose="020B0604030504040204" pitchFamily="34" charset="0"/>
                <a:ea typeface="宋体" panose="02010600030101010101" pitchFamily="2" charset="-122"/>
              </a:rPr>
              <a:t>下拉菜单</a:t>
            </a:r>
            <a:r>
              <a:rPr lang="en-US" altLang="zh-CN" sz="1400" dirty="0">
                <a:latin typeface="Verdana" panose="020B0604030504040204" pitchFamily="34" charset="0"/>
                <a:ea typeface="宋体" panose="02010600030101010101" pitchFamily="2" charset="-122"/>
              </a:rPr>
              <a:t>&lt;/title&gt;</a:t>
            </a:r>
          </a:p>
          <a:p>
            <a:pPr marL="342900" indent="-342900">
              <a:spcBef>
                <a:spcPts val="0"/>
              </a:spcBef>
              <a:spcAft>
                <a:spcPts val="0"/>
              </a:spcAft>
              <a:buNone/>
            </a:pPr>
            <a:r>
              <a:rPr lang="en-US" altLang="zh-CN" sz="1400" dirty="0">
                <a:latin typeface="Verdana" panose="020B0604030504040204" pitchFamily="34" charset="0"/>
                <a:ea typeface="宋体" panose="02010600030101010101" pitchFamily="2" charset="-122"/>
              </a:rPr>
              <a:t>&lt;script language="</a:t>
            </a:r>
            <a:r>
              <a:rPr lang="en-US" altLang="zh-CN" sz="1400" dirty="0" err="1">
                <a:latin typeface="Verdana" panose="020B0604030504040204" pitchFamily="34" charset="0"/>
                <a:ea typeface="宋体" panose="02010600030101010101" pitchFamily="2" charset="-122"/>
              </a:rPr>
              <a:t>javascript</a:t>
            </a:r>
            <a:r>
              <a:rPr lang="en-US" altLang="zh-CN" sz="1400" dirty="0">
                <a:latin typeface="Verdana" panose="020B0604030504040204" pitchFamily="34" charset="0"/>
                <a:ea typeface="宋体" panose="02010600030101010101" pitchFamily="2" charset="-122"/>
              </a:rPr>
              <a:t>"&gt;</a:t>
            </a:r>
          </a:p>
          <a:p>
            <a:pPr marL="342900" indent="-342900">
              <a:spcBef>
                <a:spcPts val="0"/>
              </a:spcBef>
              <a:spcAft>
                <a:spcPts val="0"/>
              </a:spcAft>
              <a:buNone/>
            </a:pPr>
            <a:r>
              <a:rPr lang="en-US" altLang="zh-CN" sz="1400" dirty="0">
                <a:latin typeface="Verdana" panose="020B0604030504040204" pitchFamily="34" charset="0"/>
                <a:ea typeface="宋体" panose="02010600030101010101" pitchFamily="2" charset="-122"/>
              </a:rPr>
              <a:t>function </a:t>
            </a:r>
            <a:r>
              <a:rPr lang="en-US" altLang="zh-CN" sz="1400" dirty="0" err="1">
                <a:latin typeface="Verdana" panose="020B0604030504040204" pitchFamily="34" charset="0"/>
                <a:ea typeface="宋体" panose="02010600030101010101" pitchFamily="2" charset="-122"/>
              </a:rPr>
              <a:t>changeImage</a:t>
            </a:r>
            <a:r>
              <a:rPr lang="en-US" altLang="zh-CN" sz="1400" dirty="0">
                <a:latin typeface="Verdana" panose="020B0604030504040204" pitchFamily="34" charset="0"/>
                <a:ea typeface="宋体" panose="02010600030101010101" pitchFamily="2" charset="-122"/>
              </a:rPr>
              <a:t>() {            </a:t>
            </a:r>
          </a:p>
          <a:p>
            <a:pPr marL="342900" indent="-342900">
              <a:spcBef>
                <a:spcPts val="0"/>
              </a:spcBef>
              <a:spcAft>
                <a:spcPts val="0"/>
              </a:spcAft>
              <a:buNone/>
            </a:pPr>
            <a:r>
              <a:rPr lang="en-US" altLang="zh-CN" sz="1400" dirty="0">
                <a:latin typeface="Verdana" panose="020B0604030504040204" pitchFamily="34" charset="0"/>
                <a:ea typeface="宋体" panose="02010600030101010101" pitchFamily="2" charset="-122"/>
              </a:rPr>
              <a:t>     </a:t>
            </a:r>
            <a:r>
              <a:rPr lang="en-US" altLang="zh-CN" sz="1400" dirty="0" err="1">
                <a:latin typeface="Verdana" panose="020B0604030504040204" pitchFamily="34" charset="0"/>
                <a:ea typeface="宋体" panose="02010600030101010101" pitchFamily="2" charset="-122"/>
              </a:rPr>
              <a:t>var</a:t>
            </a:r>
            <a:r>
              <a:rPr lang="en-US" altLang="zh-CN" sz="1400" dirty="0">
                <a:latin typeface="Verdana" panose="020B0604030504040204" pitchFamily="34" charset="0"/>
                <a:ea typeface="宋体" panose="02010600030101010101" pitchFamily="2" charset="-122"/>
              </a:rPr>
              <a:t> a = </a:t>
            </a:r>
            <a:r>
              <a:rPr lang="en-US" altLang="zh-CN" sz="1400" dirty="0" err="1">
                <a:latin typeface="Verdana" panose="020B0604030504040204" pitchFamily="34" charset="0"/>
                <a:ea typeface="宋体" panose="02010600030101010101" pitchFamily="2" charset="-122"/>
              </a:rPr>
              <a:t>document.getElementById</a:t>
            </a:r>
            <a:r>
              <a:rPr lang="en-US" altLang="zh-CN" sz="1400" dirty="0">
                <a:latin typeface="Verdana" panose="020B0604030504040204" pitchFamily="34" charset="0"/>
                <a:ea typeface="宋体" panose="02010600030101010101" pitchFamily="2" charset="-122"/>
              </a:rPr>
              <a:t>("game").</a:t>
            </a:r>
            <a:r>
              <a:rPr lang="en-US" altLang="zh-CN" sz="1400" dirty="0" err="1">
                <a:latin typeface="Verdana" panose="020B0604030504040204" pitchFamily="34" charset="0"/>
                <a:ea typeface="宋体" panose="02010600030101010101" pitchFamily="2" charset="-122"/>
              </a:rPr>
              <a:t>selectedIndex</a:t>
            </a:r>
            <a:r>
              <a:rPr lang="en-US" altLang="zh-CN" sz="1400" dirty="0">
                <a:latin typeface="Verdana" panose="020B0604030504040204" pitchFamily="34" charset="0"/>
                <a:ea typeface="宋体" panose="02010600030101010101" pitchFamily="2" charset="-122"/>
              </a:rPr>
              <a:t>;</a:t>
            </a:r>
          </a:p>
          <a:p>
            <a:pPr marL="342900" indent="-342900">
              <a:spcBef>
                <a:spcPts val="0"/>
              </a:spcBef>
              <a:spcAft>
                <a:spcPts val="0"/>
              </a:spcAft>
              <a:buNone/>
            </a:pPr>
            <a:r>
              <a:rPr lang="en-US" altLang="zh-CN" sz="1400" dirty="0">
                <a:latin typeface="Verdana" panose="020B0604030504040204" pitchFamily="34" charset="0"/>
                <a:ea typeface="宋体" panose="02010600030101010101" pitchFamily="2" charset="-122"/>
              </a:rPr>
              <a:t>    //</a:t>
            </a:r>
            <a:r>
              <a:rPr lang="zh-CN" altLang="en-US" sz="1400" dirty="0">
                <a:latin typeface="Verdana" panose="020B0604030504040204" pitchFamily="34" charset="0"/>
                <a:ea typeface="宋体" panose="02010600030101010101" pitchFamily="2" charset="-122"/>
              </a:rPr>
              <a:t>获取下拉框中选择项</a:t>
            </a:r>
          </a:p>
          <a:p>
            <a:pPr marL="342900" indent="-342900">
              <a:spcBef>
                <a:spcPts val="0"/>
              </a:spcBef>
              <a:spcAft>
                <a:spcPts val="0"/>
              </a:spcAft>
              <a:buNone/>
            </a:pPr>
            <a:r>
              <a:rPr lang="en-US" altLang="zh-CN" sz="1400" dirty="0">
                <a:latin typeface="Verdana" panose="020B0604030504040204" pitchFamily="34" charset="0"/>
                <a:ea typeface="宋体" panose="02010600030101010101" pitchFamily="2" charset="-122"/>
              </a:rPr>
              <a:t>     </a:t>
            </a:r>
            <a:r>
              <a:rPr lang="en-US" altLang="zh-CN" sz="1400" dirty="0" err="1">
                <a:latin typeface="Verdana" panose="020B0604030504040204" pitchFamily="34" charset="0"/>
                <a:ea typeface="宋体" panose="02010600030101010101" pitchFamily="2" charset="-122"/>
              </a:rPr>
              <a:t>document.getElementById</a:t>
            </a:r>
            <a:r>
              <a:rPr lang="en-US" altLang="zh-CN" sz="1400" dirty="0">
                <a:latin typeface="Verdana" panose="020B0604030504040204" pitchFamily="34" charset="0"/>
                <a:ea typeface="宋体" panose="02010600030101010101" pitchFamily="2" charset="-122"/>
              </a:rPr>
              <a:t>("show").src = </a:t>
            </a:r>
            <a:r>
              <a:rPr lang="en-US" altLang="zh-CN" sz="1400" dirty="0" err="1">
                <a:latin typeface="Verdana" panose="020B0604030504040204" pitchFamily="34" charset="0"/>
                <a:ea typeface="宋体" panose="02010600030101010101" pitchFamily="2" charset="-122"/>
              </a:rPr>
              <a:t>document.getElementById</a:t>
            </a:r>
            <a:r>
              <a:rPr lang="en-US" altLang="zh-CN" sz="1400" dirty="0">
                <a:latin typeface="Verdana" panose="020B0604030504040204" pitchFamily="34" charset="0"/>
                <a:ea typeface="宋体" panose="02010600030101010101" pitchFamily="2" charset="-122"/>
              </a:rPr>
              <a:t>("game").options[a].value;//</a:t>
            </a:r>
            <a:r>
              <a:rPr lang="zh-CN" altLang="en-US" sz="1400" dirty="0">
                <a:latin typeface="Verdana" panose="020B0604030504040204" pitchFamily="34" charset="0"/>
                <a:ea typeface="宋体" panose="02010600030101010101" pitchFamily="2" charset="-122"/>
              </a:rPr>
              <a:t>将图片更改为对应选择项</a:t>
            </a:r>
          </a:p>
          <a:p>
            <a:pPr marL="342900" indent="-342900">
              <a:spcBef>
                <a:spcPts val="0"/>
              </a:spcBef>
              <a:spcAft>
                <a:spcPts val="0"/>
              </a:spcAft>
              <a:buNone/>
            </a:pPr>
            <a:r>
              <a:rPr lang="en-US" altLang="zh-CN" sz="1400" dirty="0">
                <a:latin typeface="Verdana" panose="020B0604030504040204" pitchFamily="34" charset="0"/>
                <a:ea typeface="宋体" panose="02010600030101010101" pitchFamily="2" charset="-122"/>
              </a:rPr>
              <a:t>}</a:t>
            </a:r>
          </a:p>
          <a:p>
            <a:pPr marL="342900" indent="-342900">
              <a:spcBef>
                <a:spcPts val="0"/>
              </a:spcBef>
              <a:spcAft>
                <a:spcPts val="0"/>
              </a:spcAft>
              <a:buNone/>
            </a:pPr>
            <a:r>
              <a:rPr lang="en-US" altLang="zh-CN" sz="1400" dirty="0">
                <a:latin typeface="Verdana" panose="020B0604030504040204" pitchFamily="34" charset="0"/>
                <a:ea typeface="宋体" panose="02010600030101010101" pitchFamily="2" charset="-122"/>
              </a:rPr>
              <a:t>&lt;/script&gt;</a:t>
            </a:r>
          </a:p>
          <a:p>
            <a:pPr marL="342900" indent="-342900">
              <a:spcBef>
                <a:spcPts val="0"/>
              </a:spcBef>
              <a:spcAft>
                <a:spcPts val="0"/>
              </a:spcAft>
              <a:buNone/>
            </a:pPr>
            <a:r>
              <a:rPr lang="en-US" altLang="zh-CN" sz="1400" dirty="0">
                <a:latin typeface="Verdana" panose="020B0604030504040204" pitchFamily="34" charset="0"/>
                <a:ea typeface="宋体" panose="02010600030101010101" pitchFamily="2" charset="-122"/>
              </a:rPr>
              <a:t>&lt;/head&gt;</a:t>
            </a:r>
          </a:p>
          <a:p>
            <a:pPr marL="342900" indent="-342900">
              <a:lnSpc>
                <a:spcPct val="100000"/>
              </a:lnSpc>
              <a:spcBef>
                <a:spcPts val="0"/>
              </a:spcBef>
              <a:buNone/>
            </a:pPr>
            <a:r>
              <a:rPr lang="en-US" altLang="zh-CN" sz="1400" dirty="0">
                <a:latin typeface="Verdana" panose="020B0604030504040204" pitchFamily="34" charset="0"/>
              </a:rPr>
              <a:t>&lt;body&gt;</a:t>
            </a:r>
          </a:p>
          <a:p>
            <a:pPr marL="342900" indent="-342900">
              <a:lnSpc>
                <a:spcPct val="100000"/>
              </a:lnSpc>
              <a:spcBef>
                <a:spcPts val="0"/>
              </a:spcBef>
              <a:buNone/>
            </a:pPr>
            <a:r>
              <a:rPr lang="en-US" altLang="zh-CN" sz="1400" dirty="0">
                <a:latin typeface="Verdana" panose="020B0604030504040204" pitchFamily="34" charset="0"/>
              </a:rPr>
              <a:t>&lt;div align="center"&gt;</a:t>
            </a:r>
          </a:p>
          <a:p>
            <a:pPr marL="342900" indent="-342900">
              <a:lnSpc>
                <a:spcPct val="100000"/>
              </a:lnSpc>
              <a:spcBef>
                <a:spcPts val="0"/>
              </a:spcBef>
              <a:buNone/>
            </a:pPr>
            <a:r>
              <a:rPr lang="en-US" altLang="zh-CN" sz="1400" dirty="0">
                <a:latin typeface="Verdana" panose="020B0604030504040204" pitchFamily="34" charset="0"/>
              </a:rPr>
              <a:t>&lt;form &gt;</a:t>
            </a:r>
            <a:endParaRPr lang="zh-CN" altLang="en-US" sz="1400" dirty="0">
              <a:latin typeface="Verdan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anim calcmode="lin" valueType="num">
                                      <p:cBhvr additive="base">
                                        <p:cTn id="7" dur="500" fill="hold"/>
                                        <p:tgtEl>
                                          <p:spTgt spid="1423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23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2339">
                                            <p:txEl>
                                              <p:pRg st="1" end="1"/>
                                            </p:txEl>
                                          </p:spTgt>
                                        </p:tgtEl>
                                        <p:attrNameLst>
                                          <p:attrName>style.visibility</p:attrName>
                                        </p:attrNameLst>
                                      </p:cBhvr>
                                      <p:to>
                                        <p:strVal val="visible"/>
                                      </p:to>
                                    </p:set>
                                    <p:anim calcmode="lin" valueType="num">
                                      <p:cBhvr additive="base">
                                        <p:cTn id="13" dur="500" fill="hold"/>
                                        <p:tgtEl>
                                          <p:spTgt spid="1423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23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2339">
                                            <p:txEl>
                                              <p:pRg st="2" end="2"/>
                                            </p:txEl>
                                          </p:spTgt>
                                        </p:tgtEl>
                                        <p:attrNameLst>
                                          <p:attrName>style.visibility</p:attrName>
                                        </p:attrNameLst>
                                      </p:cBhvr>
                                      <p:to>
                                        <p:strVal val="visible"/>
                                      </p:to>
                                    </p:set>
                                    <p:anim calcmode="lin" valueType="num">
                                      <p:cBhvr additive="base">
                                        <p:cTn id="19" dur="500" fill="hold"/>
                                        <p:tgtEl>
                                          <p:spTgt spid="14233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23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2339">
                                            <p:txEl>
                                              <p:pRg st="3" end="3"/>
                                            </p:txEl>
                                          </p:spTgt>
                                        </p:tgtEl>
                                        <p:attrNameLst>
                                          <p:attrName>style.visibility</p:attrName>
                                        </p:attrNameLst>
                                      </p:cBhvr>
                                      <p:to>
                                        <p:strVal val="visible"/>
                                      </p:to>
                                    </p:set>
                                    <p:anim calcmode="lin" valueType="num">
                                      <p:cBhvr additive="base">
                                        <p:cTn id="25" dur="500" fill="hold"/>
                                        <p:tgtEl>
                                          <p:spTgt spid="14233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23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2339">
                                            <p:txEl>
                                              <p:pRg st="4" end="4"/>
                                            </p:txEl>
                                          </p:spTgt>
                                        </p:tgtEl>
                                        <p:attrNameLst>
                                          <p:attrName>style.visibility</p:attrName>
                                        </p:attrNameLst>
                                      </p:cBhvr>
                                      <p:to>
                                        <p:strVal val="visible"/>
                                      </p:to>
                                    </p:set>
                                    <p:anim calcmode="lin" valueType="num">
                                      <p:cBhvr additive="base">
                                        <p:cTn id="31" dur="500" fill="hold"/>
                                        <p:tgtEl>
                                          <p:spTgt spid="14233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23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2339">
                                            <p:txEl>
                                              <p:pRg st="5" end="5"/>
                                            </p:txEl>
                                          </p:spTgt>
                                        </p:tgtEl>
                                        <p:attrNameLst>
                                          <p:attrName>style.visibility</p:attrName>
                                        </p:attrNameLst>
                                      </p:cBhvr>
                                      <p:to>
                                        <p:strVal val="visible"/>
                                      </p:to>
                                    </p:set>
                                    <p:anim calcmode="lin" valueType="num">
                                      <p:cBhvr additive="base">
                                        <p:cTn id="37" dur="500" fill="hold"/>
                                        <p:tgtEl>
                                          <p:spTgt spid="14233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233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42339">
                                            <p:txEl>
                                              <p:pRg st="6" end="6"/>
                                            </p:txEl>
                                          </p:spTgt>
                                        </p:tgtEl>
                                        <p:attrNameLst>
                                          <p:attrName>style.visibility</p:attrName>
                                        </p:attrNameLst>
                                      </p:cBhvr>
                                      <p:to>
                                        <p:strVal val="visible"/>
                                      </p:to>
                                    </p:set>
                                    <p:anim calcmode="lin" valueType="num">
                                      <p:cBhvr additive="base">
                                        <p:cTn id="43" dur="500" fill="hold"/>
                                        <p:tgtEl>
                                          <p:spTgt spid="14233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4233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42339">
                                            <p:txEl>
                                              <p:pRg st="7" end="7"/>
                                            </p:txEl>
                                          </p:spTgt>
                                        </p:tgtEl>
                                        <p:attrNameLst>
                                          <p:attrName>style.visibility</p:attrName>
                                        </p:attrNameLst>
                                      </p:cBhvr>
                                      <p:to>
                                        <p:strVal val="visible"/>
                                      </p:to>
                                    </p:set>
                                    <p:anim calcmode="lin" valueType="num">
                                      <p:cBhvr additive="base">
                                        <p:cTn id="49" dur="500" fill="hold"/>
                                        <p:tgtEl>
                                          <p:spTgt spid="142339">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4233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42339">
                                            <p:txEl>
                                              <p:pRg st="8" end="8"/>
                                            </p:txEl>
                                          </p:spTgt>
                                        </p:tgtEl>
                                        <p:attrNameLst>
                                          <p:attrName>style.visibility</p:attrName>
                                        </p:attrNameLst>
                                      </p:cBhvr>
                                      <p:to>
                                        <p:strVal val="visible"/>
                                      </p:to>
                                    </p:set>
                                    <p:anim calcmode="lin" valueType="num">
                                      <p:cBhvr additive="base">
                                        <p:cTn id="55" dur="500" fill="hold"/>
                                        <p:tgtEl>
                                          <p:spTgt spid="142339">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4233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42339">
                                            <p:txEl>
                                              <p:pRg st="9" end="9"/>
                                            </p:txEl>
                                          </p:spTgt>
                                        </p:tgtEl>
                                        <p:attrNameLst>
                                          <p:attrName>style.visibility</p:attrName>
                                        </p:attrNameLst>
                                      </p:cBhvr>
                                      <p:to>
                                        <p:strVal val="visible"/>
                                      </p:to>
                                    </p:set>
                                    <p:anim calcmode="lin" valueType="num">
                                      <p:cBhvr additive="base">
                                        <p:cTn id="61" dur="500" fill="hold"/>
                                        <p:tgtEl>
                                          <p:spTgt spid="142339">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42339">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42339">
                                            <p:txEl>
                                              <p:pRg st="10" end="10"/>
                                            </p:txEl>
                                          </p:spTgt>
                                        </p:tgtEl>
                                        <p:attrNameLst>
                                          <p:attrName>style.visibility</p:attrName>
                                        </p:attrNameLst>
                                      </p:cBhvr>
                                      <p:to>
                                        <p:strVal val="visible"/>
                                      </p:to>
                                    </p:set>
                                    <p:anim calcmode="lin" valueType="num">
                                      <p:cBhvr additive="base">
                                        <p:cTn id="67" dur="500" fill="hold"/>
                                        <p:tgtEl>
                                          <p:spTgt spid="142339">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42339">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42339">
                                            <p:txEl>
                                              <p:pRg st="11" end="11"/>
                                            </p:txEl>
                                          </p:spTgt>
                                        </p:tgtEl>
                                        <p:attrNameLst>
                                          <p:attrName>style.visibility</p:attrName>
                                        </p:attrNameLst>
                                      </p:cBhvr>
                                      <p:to>
                                        <p:strVal val="visible"/>
                                      </p:to>
                                    </p:set>
                                    <p:anim calcmode="lin" valueType="num">
                                      <p:cBhvr additive="base">
                                        <p:cTn id="73" dur="500" fill="hold"/>
                                        <p:tgtEl>
                                          <p:spTgt spid="142339">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42339">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42339">
                                            <p:txEl>
                                              <p:pRg st="12" end="12"/>
                                            </p:txEl>
                                          </p:spTgt>
                                        </p:tgtEl>
                                        <p:attrNameLst>
                                          <p:attrName>style.visibility</p:attrName>
                                        </p:attrNameLst>
                                      </p:cBhvr>
                                      <p:to>
                                        <p:strVal val="visible"/>
                                      </p:to>
                                    </p:set>
                                    <p:anim calcmode="lin" valueType="num">
                                      <p:cBhvr additive="base">
                                        <p:cTn id="79" dur="500" fill="hold"/>
                                        <p:tgtEl>
                                          <p:spTgt spid="142339">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42339">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42339">
                                            <p:txEl>
                                              <p:pRg st="13" end="13"/>
                                            </p:txEl>
                                          </p:spTgt>
                                        </p:tgtEl>
                                        <p:attrNameLst>
                                          <p:attrName>style.visibility</p:attrName>
                                        </p:attrNameLst>
                                      </p:cBhvr>
                                      <p:to>
                                        <p:strVal val="visible"/>
                                      </p:to>
                                    </p:set>
                                    <p:anim calcmode="lin" valueType="num">
                                      <p:cBhvr additive="base">
                                        <p:cTn id="85" dur="500" fill="hold"/>
                                        <p:tgtEl>
                                          <p:spTgt spid="142339">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42339">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142339">
                                            <p:txEl>
                                              <p:pRg st="14" end="14"/>
                                            </p:txEl>
                                          </p:spTgt>
                                        </p:tgtEl>
                                        <p:attrNameLst>
                                          <p:attrName>style.visibility</p:attrName>
                                        </p:attrNameLst>
                                      </p:cBhvr>
                                      <p:to>
                                        <p:strVal val="visible"/>
                                      </p:to>
                                    </p:set>
                                    <p:anim calcmode="lin" valueType="num">
                                      <p:cBhvr additive="base">
                                        <p:cTn id="91" dur="500" fill="hold"/>
                                        <p:tgtEl>
                                          <p:spTgt spid="142339">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42339">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r>
              <a:rPr lang="en-US" altLang="zh-CN" sz="2800" dirty="0"/>
              <a:t>15.2.3 </a:t>
            </a:r>
            <a:r>
              <a:rPr lang="zh-CN" altLang="en-US" sz="2800" dirty="0"/>
              <a:t>改变及选择事件</a:t>
            </a:r>
            <a:r>
              <a:rPr lang="en-US" altLang="zh-CN" sz="2800" dirty="0"/>
              <a:t>-</a:t>
            </a:r>
            <a:r>
              <a:rPr lang="zh-CN" altLang="en-US" sz="2800" dirty="0"/>
              <a:t>案例 </a:t>
            </a:r>
          </a:p>
        </p:txBody>
      </p:sp>
      <p:sp>
        <p:nvSpPr>
          <p:cNvPr id="4" name="矩形 3"/>
          <p:cNvSpPr/>
          <p:nvPr/>
        </p:nvSpPr>
        <p:spPr>
          <a:xfrm>
            <a:off x="533401" y="819150"/>
            <a:ext cx="4876800" cy="2605842"/>
          </a:xfrm>
          <a:prstGeom prst="rect">
            <a:avLst/>
          </a:prstGeom>
        </p:spPr>
        <p:txBody>
          <a:bodyPr wrap="square">
            <a:spAutoFit/>
          </a:bodyPr>
          <a:lstStyle/>
          <a:p>
            <a:pPr marL="342900" indent="-342900">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&lt;select id="game" </a:t>
            </a:r>
            <a:r>
              <a:rPr lang="en-US" altLang="zh-CN" sz="1400" b="0" dirty="0" err="1">
                <a:latin typeface="Verdana" panose="020B0604030504040204" pitchFamily="34" charset="0"/>
                <a:ea typeface="Verdana" panose="020B0604030504040204" pitchFamily="34" charset="0"/>
                <a:cs typeface="Verdana" panose="020B0604030504040204" pitchFamily="34" charset="0"/>
              </a:rPr>
              <a:t>onChange</a:t>
            </a:r>
            <a:r>
              <a:rPr lang="en-US" altLang="zh-CN" sz="1400" b="0" dirty="0">
                <a:latin typeface="Verdana" panose="020B0604030504040204" pitchFamily="34" charset="0"/>
                <a:ea typeface="Verdana" panose="020B0604030504040204" pitchFamily="34" charset="0"/>
                <a:cs typeface="Verdana" panose="020B0604030504040204" pitchFamily="34" charset="0"/>
              </a:rPr>
              <a:t>="</a:t>
            </a:r>
            <a:r>
              <a:rPr lang="en-US" altLang="zh-CN" sz="1400" b="0" dirty="0" err="1">
                <a:latin typeface="Verdana" panose="020B0604030504040204" pitchFamily="34" charset="0"/>
                <a:ea typeface="Verdana" panose="020B0604030504040204" pitchFamily="34" charset="0"/>
                <a:cs typeface="Verdana" panose="020B0604030504040204" pitchFamily="34" charset="0"/>
              </a:rPr>
              <a:t>changeImage</a:t>
            </a:r>
            <a:r>
              <a:rPr lang="en-US" altLang="zh-CN" sz="1400" b="0" dirty="0">
                <a:latin typeface="Verdana" panose="020B0604030504040204" pitchFamily="34" charset="0"/>
                <a:ea typeface="Verdana" panose="020B0604030504040204" pitchFamily="34" charset="0"/>
                <a:cs typeface="Verdana" panose="020B0604030504040204" pitchFamily="34" charset="0"/>
              </a:rPr>
              <a:t>()" &gt;</a:t>
            </a:r>
          </a:p>
          <a:p>
            <a:pPr marL="342900" indent="-342900">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&lt;option value="pic4.jpg"&gt;--</a:t>
            </a:r>
            <a:r>
              <a:rPr lang="zh-CN" altLang="en-US" sz="1400" b="0" dirty="0">
                <a:latin typeface="Verdana" panose="020B0604030504040204" pitchFamily="34" charset="0"/>
                <a:cs typeface="Verdana" panose="020B0604030504040204" pitchFamily="34" charset="0"/>
              </a:rPr>
              <a:t>请选择</a:t>
            </a:r>
            <a:r>
              <a:rPr lang="en-US" altLang="zh-CN" sz="1400" b="0" dirty="0">
                <a:latin typeface="Verdana" panose="020B0604030504040204" pitchFamily="34" charset="0"/>
                <a:ea typeface="Verdana" panose="020B0604030504040204" pitchFamily="34" charset="0"/>
                <a:cs typeface="Verdana" panose="020B0604030504040204" pitchFamily="34" charset="0"/>
              </a:rPr>
              <a:t>--&lt;/option&gt;</a:t>
            </a:r>
          </a:p>
          <a:p>
            <a:pPr marL="342900" indent="-342900">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&lt;option value="pic0.jpg"&gt;</a:t>
            </a:r>
            <a:r>
              <a:rPr lang="zh-CN" altLang="en-US" sz="1400" b="0" dirty="0">
                <a:latin typeface="Verdana" panose="020B0604030504040204" pitchFamily="34" charset="0"/>
                <a:cs typeface="Verdana" panose="020B0604030504040204" pitchFamily="34" charset="0"/>
              </a:rPr>
              <a:t>平板电视</a:t>
            </a:r>
            <a:r>
              <a:rPr lang="en-US" altLang="zh-CN" sz="1400" b="0" dirty="0">
                <a:latin typeface="Verdana" panose="020B0604030504040204" pitchFamily="34" charset="0"/>
                <a:ea typeface="Verdana" panose="020B0604030504040204" pitchFamily="34" charset="0"/>
                <a:cs typeface="Verdana" panose="020B0604030504040204" pitchFamily="34" charset="0"/>
              </a:rPr>
              <a:t>&lt;/option&gt;</a:t>
            </a:r>
          </a:p>
          <a:p>
            <a:pPr marL="342900" indent="-342900">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&lt;option value="pic1.jpg"&gt;</a:t>
            </a:r>
            <a:r>
              <a:rPr lang="zh-CN" altLang="en-US" sz="1400" b="0" dirty="0">
                <a:latin typeface="Verdana" panose="020B0604030504040204" pitchFamily="34" charset="0"/>
                <a:cs typeface="Verdana" panose="020B0604030504040204" pitchFamily="34" charset="0"/>
              </a:rPr>
              <a:t>笔记本电脑</a:t>
            </a:r>
            <a:r>
              <a:rPr lang="en-US" altLang="zh-CN" sz="1400" b="0" dirty="0">
                <a:latin typeface="Verdana" panose="020B0604030504040204" pitchFamily="34" charset="0"/>
                <a:ea typeface="Verdana" panose="020B0604030504040204" pitchFamily="34" charset="0"/>
                <a:cs typeface="Verdana" panose="020B0604030504040204" pitchFamily="34" charset="0"/>
              </a:rPr>
              <a:t>&lt;/option&gt;</a:t>
            </a:r>
          </a:p>
          <a:p>
            <a:pPr marL="342900" indent="-342900">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&lt;option value="pic2.jpg"&gt;</a:t>
            </a:r>
            <a:r>
              <a:rPr lang="zh-CN" altLang="en-US" sz="1400" b="0" dirty="0">
                <a:latin typeface="Verdana" panose="020B0604030504040204" pitchFamily="34" charset="0"/>
                <a:cs typeface="Verdana" panose="020B0604030504040204" pitchFamily="34" charset="0"/>
              </a:rPr>
              <a:t>单反相机</a:t>
            </a:r>
            <a:r>
              <a:rPr lang="en-US" altLang="zh-CN" sz="1400" b="0" dirty="0">
                <a:latin typeface="Verdana" panose="020B0604030504040204" pitchFamily="34" charset="0"/>
                <a:ea typeface="Verdana" panose="020B0604030504040204" pitchFamily="34" charset="0"/>
                <a:cs typeface="Verdana" panose="020B0604030504040204" pitchFamily="34" charset="0"/>
              </a:rPr>
              <a:t>&lt;/option&gt;</a:t>
            </a:r>
          </a:p>
          <a:p>
            <a:pPr marL="342900" indent="-342900">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&lt;option value="pic3.jpg"&gt;</a:t>
            </a:r>
            <a:r>
              <a:rPr lang="zh-CN" altLang="en-US" sz="1400" b="0" dirty="0">
                <a:latin typeface="Verdana" panose="020B0604030504040204" pitchFamily="34" charset="0"/>
                <a:cs typeface="Verdana" panose="020B0604030504040204" pitchFamily="34" charset="0"/>
              </a:rPr>
              <a:t>智能手机</a:t>
            </a:r>
            <a:r>
              <a:rPr lang="en-US" altLang="zh-CN" sz="1400" b="0" dirty="0">
                <a:latin typeface="Verdana" panose="020B0604030504040204" pitchFamily="34" charset="0"/>
                <a:ea typeface="Verdana" panose="020B0604030504040204" pitchFamily="34" charset="0"/>
                <a:cs typeface="Verdana" panose="020B0604030504040204" pitchFamily="34" charset="0"/>
              </a:rPr>
              <a:t>&lt;/option&gt;</a:t>
            </a:r>
          </a:p>
          <a:p>
            <a:pPr marL="342900" indent="-342900">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&lt;/select&gt;</a:t>
            </a:r>
          </a:p>
          <a:p>
            <a:pPr marL="342900" indent="-342900">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&lt;/form&gt;</a:t>
            </a:r>
          </a:p>
          <a:p>
            <a:pPr marL="342900" indent="-342900">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&lt;/div&gt;</a:t>
            </a:r>
          </a:p>
          <a:p>
            <a:pPr marL="342900" indent="-342900">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&lt;p align="center"&gt;</a:t>
            </a:r>
          </a:p>
          <a:p>
            <a:pPr marL="342900" indent="-342900">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&lt;img  src="pic4.jpg"  id="show"&gt;</a:t>
            </a:r>
          </a:p>
          <a:p>
            <a:pPr marL="342900" indent="-342900">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&lt;/p&gt;		</a:t>
            </a:r>
          </a:p>
          <a:p>
            <a:pPr marL="342900" indent="-342900">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&lt;/body&gt;</a:t>
            </a:r>
          </a:p>
          <a:p>
            <a:pPr marL="342900" indent="-342900">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&lt;/html&gt;</a:t>
            </a:r>
            <a:endParaRPr lang="zh-CN" altLang="en-US" sz="1400" b="0" dirty="0">
              <a:latin typeface="Verdana" panose="020B0604030504040204" pitchFamily="34" charset="0"/>
              <a:cs typeface="Verdana" panose="020B0604030504040204" pitchFamily="34" charset="0"/>
            </a:endParaRPr>
          </a:p>
        </p:txBody>
      </p:sp>
      <p:sp>
        <p:nvSpPr>
          <p:cNvPr id="9" name="TextBox 8"/>
          <p:cNvSpPr txBox="1"/>
          <p:nvPr/>
        </p:nvSpPr>
        <p:spPr>
          <a:xfrm>
            <a:off x="533400" y="4003619"/>
            <a:ext cx="5105400" cy="701731"/>
          </a:xfrm>
          <a:prstGeom prst="rect">
            <a:avLst/>
          </a:prstGeom>
          <a:noFill/>
          <a:ln>
            <a:solidFill>
              <a:srgbClr val="0000FA"/>
            </a:solidFill>
          </a:ln>
        </p:spPr>
        <p:txBody>
          <a:bodyPr wrap="square" rtlCol="0">
            <a:spAutoFit/>
          </a:bodyPr>
          <a:lstStyle/>
          <a:p>
            <a:pPr marL="357505" indent="-357505"/>
            <a:r>
              <a:rPr lang="zh-CN" altLang="en-US" b="0" dirty="0">
                <a:latin typeface="微软雅黑" panose="020B0503020204020204" pitchFamily="34" charset="-122"/>
                <a:ea typeface="微软雅黑" panose="020B0503020204020204" pitchFamily="34" charset="-122"/>
              </a:rPr>
              <a:t>注：当选择列表项时发生改变事件，调用函数更新图像。</a:t>
            </a:r>
          </a:p>
        </p:txBody>
      </p:sp>
      <p:pic>
        <p:nvPicPr>
          <p:cNvPr id="4098" name="Picture 2"/>
          <p:cNvPicPr>
            <a:picLocks noChangeAspect="1" noChangeArrowheads="1"/>
          </p:cNvPicPr>
          <p:nvPr/>
        </p:nvPicPr>
        <p:blipFill>
          <a:blip r:embed="rId2" cstate="print"/>
          <a:srcRect/>
          <a:stretch>
            <a:fillRect/>
          </a:stretch>
        </p:blipFill>
        <p:spPr bwMode="auto">
          <a:xfrm>
            <a:off x="6477000" y="971550"/>
            <a:ext cx="1512887" cy="1693959"/>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6553200" y="2876550"/>
            <a:ext cx="1441450" cy="17526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r>
              <a:rPr lang="en-US" altLang="zh-CN" dirty="0"/>
              <a:t>15.3 </a:t>
            </a:r>
            <a:r>
              <a:rPr lang="zh-CN" altLang="en-US" dirty="0"/>
              <a:t>鼠标事件  </a:t>
            </a:r>
            <a:r>
              <a:rPr lang="en-US" altLang="zh-CN" dirty="0"/>
              <a:t>Lack in Book</a:t>
            </a:r>
            <a:r>
              <a:rPr lang="zh-CN" altLang="en-US" dirty="0"/>
              <a:t> </a:t>
            </a:r>
          </a:p>
        </p:txBody>
      </p:sp>
      <p:sp>
        <p:nvSpPr>
          <p:cNvPr id="143363" name="Rectangle 3"/>
          <p:cNvSpPr>
            <a:spLocks noGrp="1" noChangeArrowheads="1"/>
          </p:cNvSpPr>
          <p:nvPr>
            <p:ph idx="1"/>
          </p:nvPr>
        </p:nvSpPr>
        <p:spPr>
          <a:xfrm>
            <a:off x="533400" y="810816"/>
            <a:ext cx="8534400" cy="1075133"/>
          </a:xfrm>
        </p:spPr>
        <p:txBody>
          <a:bodyPr/>
          <a:lstStyle/>
          <a:p>
            <a:pPr marL="0" indent="0">
              <a:buNone/>
            </a:pPr>
            <a:r>
              <a:rPr lang="zh-CN" altLang="en-US" dirty="0"/>
              <a:t>       用户在页面上操作鼠标会触发鼠标事件，如用户单击鼠标左键会触发</a:t>
            </a:r>
            <a:r>
              <a:rPr lang="en-US" altLang="zh-CN" dirty="0"/>
              <a:t>Click</a:t>
            </a:r>
            <a:r>
              <a:rPr lang="zh-CN" altLang="en-US" dirty="0"/>
              <a:t>事件，双击鼠标时会触发</a:t>
            </a:r>
            <a:r>
              <a:rPr lang="en-US" altLang="zh-CN" dirty="0" err="1"/>
              <a:t>DblClick</a:t>
            </a:r>
            <a:r>
              <a:rPr lang="zh-CN" altLang="en-US" dirty="0"/>
              <a:t>事件，移动鼠标会触发鼠标移动事件，详见下表所示。 </a:t>
            </a:r>
          </a:p>
        </p:txBody>
      </p:sp>
      <p:graphicFrame>
        <p:nvGraphicFramePr>
          <p:cNvPr id="2" name="表格 1"/>
          <p:cNvGraphicFramePr>
            <a:graphicFrameLocks noGrp="1"/>
          </p:cNvGraphicFramePr>
          <p:nvPr/>
        </p:nvGraphicFramePr>
        <p:xfrm>
          <a:off x="914402" y="2057400"/>
          <a:ext cx="7924799" cy="2378170"/>
        </p:xfrm>
        <a:graphic>
          <a:graphicData uri="http://schemas.openxmlformats.org/drawingml/2006/table">
            <a:tbl>
              <a:tblPr>
                <a:tableStyleId>{5DA37D80-6434-44D0-A028-1B22A696006F}</a:tableStyleId>
              </a:tblPr>
              <a:tblGrid>
                <a:gridCol w="1343010">
                  <a:extLst>
                    <a:ext uri="{9D8B030D-6E8A-4147-A177-3AD203B41FA5}">
                      <a16:colId xmlns:a16="http://schemas.microsoft.com/office/drawing/2014/main" val="20000"/>
                    </a:ext>
                  </a:extLst>
                </a:gridCol>
                <a:gridCol w="2015257">
                  <a:extLst>
                    <a:ext uri="{9D8B030D-6E8A-4147-A177-3AD203B41FA5}">
                      <a16:colId xmlns:a16="http://schemas.microsoft.com/office/drawing/2014/main" val="20001"/>
                    </a:ext>
                  </a:extLst>
                </a:gridCol>
                <a:gridCol w="4566532">
                  <a:extLst>
                    <a:ext uri="{9D8B030D-6E8A-4147-A177-3AD203B41FA5}">
                      <a16:colId xmlns:a16="http://schemas.microsoft.com/office/drawing/2014/main" val="20002"/>
                    </a:ext>
                  </a:extLst>
                </a:gridCol>
              </a:tblGrid>
              <a:tr h="27432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pitchFamily="34" charset="-122"/>
                          <a:ea typeface="微软雅黑" panose="020B0503020204020204" pitchFamily="34" charset="-122"/>
                        </a:rPr>
                        <a:t>事件分类</a:t>
                      </a:r>
                      <a:endParaRPr kumimoji="0"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pitchFamily="34" charset="-122"/>
                          <a:ea typeface="微软雅黑" panose="020B0503020204020204" pitchFamily="34" charset="-122"/>
                        </a:rPr>
                        <a:t>事件句柄</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pitchFamily="34" charset="-122"/>
                          <a:ea typeface="微软雅黑" panose="020B0503020204020204" pitchFamily="34" charset="-122"/>
                        </a:rPr>
                        <a:t>事件</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0"/>
                  </a:ext>
                </a:extLst>
              </a:tr>
              <a:tr h="274320">
                <a:tc rowSpan="7">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pitchFamily="34" charset="-122"/>
                          <a:ea typeface="微软雅黑" panose="020B0503020204020204" pitchFamily="34" charset="-122"/>
                        </a:rPr>
                        <a:t>鼠标事件</a:t>
                      </a:r>
                      <a:endParaRPr kumimoji="0"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u="none" strike="noStrike" cap="none" normalizeH="0" baseline="0" dirty="0" err="1">
                          <a:ln>
                            <a:noFill/>
                          </a:ln>
                          <a:effectLst/>
                          <a:latin typeface="微软雅黑" panose="020B0503020204020204" pitchFamily="34" charset="-122"/>
                          <a:ea typeface="微软雅黑" panose="020B0503020204020204" pitchFamily="34" charset="-122"/>
                        </a:rPr>
                        <a:t>onclick</a:t>
                      </a:r>
                      <a:endParaRPr kumimoji="0" lang="en-US" altLang="zh-CN"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pitchFamily="34" charset="-122"/>
                          <a:ea typeface="微软雅黑" panose="020B0503020204020204" pitchFamily="34" charset="-122"/>
                        </a:rPr>
                        <a:t>当鼠标被单击时执行脚本 </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1"/>
                  </a:ext>
                </a:extLst>
              </a:tr>
              <a:tr h="274320">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u="none" strike="noStrike" cap="none" normalizeH="0" baseline="0" dirty="0" err="1">
                          <a:ln>
                            <a:noFill/>
                          </a:ln>
                          <a:effectLst/>
                          <a:latin typeface="微软雅黑" panose="020B0503020204020204" pitchFamily="34" charset="-122"/>
                          <a:ea typeface="微软雅黑" panose="020B0503020204020204" pitchFamily="34" charset="-122"/>
                        </a:rPr>
                        <a:t>ondblclick</a:t>
                      </a:r>
                      <a:endParaRPr kumimoji="0" lang="en-US" altLang="zh-CN"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pitchFamily="34" charset="-122"/>
                          <a:ea typeface="微软雅黑" panose="020B0503020204020204" pitchFamily="34" charset="-122"/>
                        </a:rPr>
                        <a:t>当鼠标被双击时执行脚本</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2"/>
                  </a:ext>
                </a:extLst>
              </a:tr>
              <a:tr h="274320">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u="none" strike="noStrike" cap="none" normalizeH="0" baseline="0" dirty="0" err="1">
                          <a:ln>
                            <a:noFill/>
                          </a:ln>
                          <a:effectLst/>
                          <a:latin typeface="微软雅黑" panose="020B0503020204020204" pitchFamily="34" charset="-122"/>
                          <a:ea typeface="微软雅黑" panose="020B0503020204020204" pitchFamily="34" charset="-122"/>
                        </a:rPr>
                        <a:t>onmousedown</a:t>
                      </a:r>
                      <a:endParaRPr kumimoji="0" lang="en-US" altLang="zh-CN"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pitchFamily="34" charset="-122"/>
                          <a:ea typeface="微软雅黑" panose="020B0503020204020204" pitchFamily="34" charset="-122"/>
                        </a:rPr>
                        <a:t>当鼠标按钮被按下时执行脚本</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3"/>
                  </a:ext>
                </a:extLst>
              </a:tr>
              <a:tr h="274320">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u="none" strike="noStrike" cap="none" normalizeH="0" baseline="0" dirty="0" err="1">
                          <a:ln>
                            <a:noFill/>
                          </a:ln>
                          <a:solidFill>
                            <a:srgbClr val="FF0000"/>
                          </a:solidFill>
                          <a:effectLst/>
                          <a:latin typeface="微软雅黑" panose="020B0503020204020204" pitchFamily="34" charset="-122"/>
                          <a:ea typeface="微软雅黑" panose="020B0503020204020204" pitchFamily="34" charset="-122"/>
                        </a:rPr>
                        <a:t>onmousemove</a:t>
                      </a:r>
                      <a:endParaRPr kumimoji="0" lang="en-US" altLang="zh-CN" sz="1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pitchFamily="34" charset="-122"/>
                          <a:ea typeface="微软雅黑" panose="020B0503020204020204" pitchFamily="34" charset="-122"/>
                        </a:rPr>
                        <a:t>当鼠标指针移动时执行脚本</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4"/>
                  </a:ext>
                </a:extLst>
              </a:tr>
              <a:tr h="274320">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u="none" strike="noStrike" cap="none" normalizeH="0" baseline="0" dirty="0" err="1">
                          <a:ln>
                            <a:noFill/>
                          </a:ln>
                          <a:effectLst/>
                          <a:latin typeface="微软雅黑" panose="020B0503020204020204" pitchFamily="34" charset="-122"/>
                          <a:ea typeface="微软雅黑" panose="020B0503020204020204" pitchFamily="34" charset="-122"/>
                        </a:rPr>
                        <a:t>onmouseout</a:t>
                      </a:r>
                      <a:endParaRPr kumimoji="0" lang="en-US" altLang="zh-CN"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pitchFamily="34" charset="-122"/>
                          <a:ea typeface="微软雅黑" panose="020B0503020204020204" pitchFamily="34" charset="-122"/>
                        </a:rPr>
                        <a:t>当鼠标指针移出某元素时执行脚本</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5"/>
                  </a:ext>
                </a:extLst>
              </a:tr>
              <a:tr h="404590">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u="none" strike="noStrike" cap="none" normalizeH="0" baseline="0" dirty="0" err="1">
                          <a:ln>
                            <a:noFill/>
                          </a:ln>
                          <a:solidFill>
                            <a:srgbClr val="0000FA"/>
                          </a:solidFill>
                          <a:effectLst/>
                          <a:latin typeface="微软雅黑" panose="020B0503020204020204" pitchFamily="34" charset="-122"/>
                          <a:ea typeface="微软雅黑" panose="020B0503020204020204" pitchFamily="34" charset="-122"/>
                        </a:rPr>
                        <a:t>onmouseover</a:t>
                      </a:r>
                      <a:endParaRPr kumimoji="0" lang="en-US" altLang="zh-CN" sz="1400" b="1" i="0" u="none" strike="noStrike" cap="none" normalizeH="0" baseline="0" dirty="0">
                        <a:ln>
                          <a:noFill/>
                        </a:ln>
                        <a:solidFill>
                          <a:srgbClr val="0000FA"/>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pitchFamily="34" charset="-122"/>
                          <a:ea typeface="微软雅黑" panose="020B0503020204020204" pitchFamily="34" charset="-122"/>
                        </a:rPr>
                        <a:t>当鼠标指针悬停于某元素之上时执行脚本</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6"/>
                  </a:ext>
                </a:extLst>
              </a:tr>
              <a:tr h="274320">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u="none" strike="noStrike" cap="none" normalizeH="0" baseline="0" dirty="0" err="1">
                          <a:ln>
                            <a:noFill/>
                          </a:ln>
                          <a:effectLst/>
                          <a:latin typeface="微软雅黑" panose="020B0503020204020204" pitchFamily="34" charset="-122"/>
                          <a:ea typeface="微软雅黑" panose="020B0503020204020204" pitchFamily="34" charset="-122"/>
                        </a:rPr>
                        <a:t>onmouseup</a:t>
                      </a:r>
                      <a:endParaRPr kumimoji="0" lang="en-US" altLang="zh-CN"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pitchFamily="34" charset="-122"/>
                          <a:ea typeface="微软雅黑" panose="020B0503020204020204" pitchFamily="34" charset="-122"/>
                        </a:rPr>
                        <a:t>当鼠标按钮被松开时执行脚本</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7"/>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en-US" altLang="zh-CN" dirty="0"/>
              <a:t>15.3.1 </a:t>
            </a:r>
            <a:r>
              <a:rPr lang="zh-CN" altLang="en-US" dirty="0"/>
              <a:t>鼠标单击、双击事件</a:t>
            </a:r>
          </a:p>
        </p:txBody>
      </p:sp>
      <p:sp>
        <p:nvSpPr>
          <p:cNvPr id="144387" name="Rectangle 3"/>
          <p:cNvSpPr>
            <a:spLocks noGrp="1" noChangeArrowheads="1"/>
          </p:cNvSpPr>
          <p:nvPr>
            <p:ph idx="1"/>
          </p:nvPr>
        </p:nvSpPr>
        <p:spPr>
          <a:xfrm>
            <a:off x="533400" y="819150"/>
            <a:ext cx="5562600" cy="3886200"/>
          </a:xfrm>
        </p:spPr>
        <p:txBody>
          <a:bodyPr/>
          <a:lstStyle/>
          <a:p>
            <a:pPr marL="342900" indent="-342900">
              <a:lnSpc>
                <a:spcPts val="1400"/>
              </a:lnSpc>
              <a:spcBef>
                <a:spcPts val="0"/>
              </a:spcBef>
              <a:spcAft>
                <a:spcPts val="0"/>
              </a:spcAft>
              <a:buNone/>
            </a:pPr>
            <a:r>
              <a:rPr lang="en-US" altLang="zh-CN" sz="1400" dirty="0">
                <a:latin typeface="Verdana" panose="020B0604030504040204" pitchFamily="34" charset="0"/>
                <a:ea typeface="宋体" panose="02010600030101010101" pitchFamily="2" charset="-122"/>
              </a:rPr>
              <a:t>&lt;!-- edu_15_3_1.html --&gt;</a:t>
            </a:r>
          </a:p>
          <a:p>
            <a:pPr marL="342900" indent="-342900">
              <a:lnSpc>
                <a:spcPts val="1400"/>
              </a:lnSpc>
              <a:spcBef>
                <a:spcPts val="0"/>
              </a:spcBef>
              <a:spcAft>
                <a:spcPts val="0"/>
              </a:spcAft>
              <a:buNone/>
            </a:pPr>
            <a:r>
              <a:rPr lang="en-US" altLang="zh-CN" sz="1400" dirty="0">
                <a:latin typeface="Verdana" panose="020B0604030504040204" pitchFamily="34" charset="0"/>
                <a:ea typeface="宋体" panose="02010600030101010101" pitchFamily="2" charset="-122"/>
              </a:rPr>
              <a:t>&lt;!</a:t>
            </a:r>
            <a:r>
              <a:rPr lang="en-US" altLang="zh-CN" sz="1400" dirty="0" err="1">
                <a:latin typeface="Verdana" panose="020B0604030504040204" pitchFamily="34" charset="0"/>
                <a:ea typeface="宋体" panose="02010600030101010101" pitchFamily="2" charset="-122"/>
              </a:rPr>
              <a:t>doctype</a:t>
            </a:r>
            <a:r>
              <a:rPr lang="en-US" altLang="zh-CN" sz="1400" dirty="0">
                <a:latin typeface="Verdana" panose="020B0604030504040204" pitchFamily="34" charset="0"/>
                <a:ea typeface="宋体" panose="02010600030101010101" pitchFamily="2" charset="-122"/>
              </a:rPr>
              <a:t> html&gt;</a:t>
            </a:r>
          </a:p>
          <a:p>
            <a:pPr marL="342900" indent="-342900">
              <a:lnSpc>
                <a:spcPts val="1400"/>
              </a:lnSpc>
              <a:spcBef>
                <a:spcPts val="0"/>
              </a:spcBef>
              <a:spcAft>
                <a:spcPts val="0"/>
              </a:spcAft>
              <a:buNone/>
            </a:pPr>
            <a:r>
              <a:rPr lang="en-US" altLang="zh-CN" sz="1400" dirty="0">
                <a:latin typeface="Verdana" panose="020B0604030504040204" pitchFamily="34" charset="0"/>
                <a:ea typeface="宋体" panose="02010600030101010101" pitchFamily="2" charset="-122"/>
              </a:rPr>
              <a:t>&lt;html </a:t>
            </a:r>
            <a:r>
              <a:rPr lang="en-US" altLang="zh-CN" sz="1400" dirty="0" err="1">
                <a:latin typeface="Verdana" panose="020B0604030504040204" pitchFamily="34" charset="0"/>
                <a:ea typeface="宋体" panose="02010600030101010101" pitchFamily="2" charset="-122"/>
              </a:rPr>
              <a:t>lang</a:t>
            </a:r>
            <a:r>
              <a:rPr lang="en-US" altLang="zh-CN" sz="1400" dirty="0">
                <a:latin typeface="Verdana" panose="020B0604030504040204" pitchFamily="34" charset="0"/>
                <a:ea typeface="宋体" panose="02010600030101010101" pitchFamily="2" charset="-122"/>
              </a:rPr>
              <a:t>="en"&gt;</a:t>
            </a:r>
          </a:p>
          <a:p>
            <a:pPr marL="342900" indent="-342900">
              <a:lnSpc>
                <a:spcPts val="1400"/>
              </a:lnSpc>
              <a:spcBef>
                <a:spcPts val="0"/>
              </a:spcBef>
              <a:spcAft>
                <a:spcPts val="0"/>
              </a:spcAft>
              <a:buNone/>
            </a:pPr>
            <a:r>
              <a:rPr lang="en-US" altLang="zh-CN" sz="1400" dirty="0">
                <a:latin typeface="Verdana" panose="020B0604030504040204" pitchFamily="34" charset="0"/>
                <a:ea typeface="宋体" panose="02010600030101010101" pitchFamily="2" charset="-122"/>
              </a:rPr>
              <a:t>	&lt;head&gt;&lt;meta </a:t>
            </a:r>
            <a:r>
              <a:rPr lang="en-US" altLang="zh-CN" sz="1400" dirty="0" err="1">
                <a:latin typeface="Verdana" panose="020B0604030504040204" pitchFamily="34" charset="0"/>
                <a:ea typeface="宋体" panose="02010600030101010101" pitchFamily="2" charset="-122"/>
              </a:rPr>
              <a:t>charset</a:t>
            </a:r>
            <a:r>
              <a:rPr lang="en-US" altLang="zh-CN" sz="1400" dirty="0">
                <a:latin typeface="Verdana" panose="020B0604030504040204" pitchFamily="34" charset="0"/>
                <a:ea typeface="宋体" panose="02010600030101010101" pitchFamily="2" charset="-122"/>
              </a:rPr>
              <a:t>="UTF-8"&gt;</a:t>
            </a:r>
          </a:p>
          <a:p>
            <a:pPr marL="342900" indent="-342900">
              <a:lnSpc>
                <a:spcPts val="1400"/>
              </a:lnSpc>
              <a:spcBef>
                <a:spcPts val="0"/>
              </a:spcBef>
              <a:spcAft>
                <a:spcPts val="0"/>
              </a:spcAft>
              <a:buNone/>
            </a:pPr>
            <a:r>
              <a:rPr lang="en-US" altLang="zh-CN" sz="1400" dirty="0">
                <a:latin typeface="Verdana" panose="020B0604030504040204" pitchFamily="34" charset="0"/>
                <a:ea typeface="宋体" panose="02010600030101010101" pitchFamily="2" charset="-122"/>
              </a:rPr>
              <a:t>	  &lt;title&gt;</a:t>
            </a:r>
            <a:r>
              <a:rPr lang="zh-CN" altLang="en-US" sz="1400" dirty="0">
                <a:latin typeface="Verdana" panose="020B0604030504040204" pitchFamily="34" charset="0"/>
                <a:ea typeface="宋体" panose="02010600030101010101" pitchFamily="2" charset="-122"/>
              </a:rPr>
              <a:t>鼠标单击事件</a:t>
            </a:r>
            <a:r>
              <a:rPr lang="en-US" altLang="zh-CN" sz="1400" dirty="0">
                <a:latin typeface="Verdana" panose="020B0604030504040204" pitchFamily="34" charset="0"/>
                <a:ea typeface="宋体" panose="02010600030101010101" pitchFamily="2" charset="-122"/>
              </a:rPr>
              <a:t>&lt;/title&gt;</a:t>
            </a:r>
          </a:p>
          <a:p>
            <a:pPr marL="342900" indent="-342900">
              <a:lnSpc>
                <a:spcPts val="1400"/>
              </a:lnSpc>
              <a:spcBef>
                <a:spcPts val="0"/>
              </a:spcBef>
              <a:spcAft>
                <a:spcPts val="0"/>
              </a:spcAft>
              <a:buNone/>
            </a:pPr>
            <a:r>
              <a:rPr lang="en-US" altLang="zh-CN" sz="1400" dirty="0">
                <a:latin typeface="Verdana" panose="020B0604030504040204" pitchFamily="34" charset="0"/>
                <a:ea typeface="宋体" panose="02010600030101010101" pitchFamily="2" charset="-122"/>
              </a:rPr>
              <a:t>	&lt;script type="text/</a:t>
            </a:r>
            <a:r>
              <a:rPr lang="en-US" altLang="zh-CN" sz="1400" dirty="0" err="1">
                <a:latin typeface="Verdana" panose="020B0604030504040204" pitchFamily="34" charset="0"/>
                <a:ea typeface="宋体" panose="02010600030101010101" pitchFamily="2" charset="-122"/>
              </a:rPr>
              <a:t>javascript</a:t>
            </a:r>
            <a:r>
              <a:rPr lang="en-US" altLang="zh-CN" sz="1400" dirty="0">
                <a:latin typeface="Verdana" panose="020B0604030504040204" pitchFamily="34" charset="0"/>
                <a:ea typeface="宋体" panose="02010600030101010101" pitchFamily="2" charset="-122"/>
              </a:rPr>
              <a:t>"&gt;</a:t>
            </a:r>
          </a:p>
          <a:p>
            <a:pPr marL="342900" indent="-342900">
              <a:lnSpc>
                <a:spcPts val="1400"/>
              </a:lnSpc>
              <a:spcBef>
                <a:spcPts val="0"/>
              </a:spcBef>
              <a:spcAft>
                <a:spcPts val="0"/>
              </a:spcAft>
              <a:buNone/>
            </a:pPr>
            <a:r>
              <a:rPr lang="en-US" altLang="zh-CN" sz="1400" dirty="0">
                <a:latin typeface="Verdana" panose="020B0604030504040204" pitchFamily="34" charset="0"/>
                <a:ea typeface="宋体" panose="02010600030101010101" pitchFamily="2" charset="-122"/>
              </a:rPr>
              <a:t>	function $(id){return </a:t>
            </a:r>
            <a:r>
              <a:rPr lang="en-US" altLang="zh-CN" sz="1400" dirty="0" err="1">
                <a:latin typeface="Verdana" panose="020B0604030504040204" pitchFamily="34" charset="0"/>
                <a:ea typeface="宋体" panose="02010600030101010101" pitchFamily="2" charset="-122"/>
              </a:rPr>
              <a:t>document.getElementById</a:t>
            </a:r>
            <a:r>
              <a:rPr lang="en-US" altLang="zh-CN" sz="1400" dirty="0">
                <a:latin typeface="Verdana" panose="020B0604030504040204" pitchFamily="34" charset="0"/>
                <a:ea typeface="宋体" panose="02010600030101010101" pitchFamily="2" charset="-122"/>
              </a:rPr>
              <a:t>(id);}</a:t>
            </a:r>
          </a:p>
          <a:p>
            <a:pPr marL="342900" indent="-342900">
              <a:lnSpc>
                <a:spcPts val="1400"/>
              </a:lnSpc>
              <a:spcBef>
                <a:spcPts val="0"/>
              </a:spcBef>
              <a:spcAft>
                <a:spcPts val="0"/>
              </a:spcAft>
              <a:buNone/>
            </a:pPr>
            <a:r>
              <a:rPr lang="en-US" altLang="zh-CN" sz="1400" dirty="0">
                <a:latin typeface="Verdana" panose="020B0604030504040204" pitchFamily="34" charset="0"/>
                <a:ea typeface="宋体" panose="02010600030101010101" pitchFamily="2" charset="-122"/>
              </a:rPr>
              <a:t>	function </a:t>
            </a:r>
            <a:r>
              <a:rPr lang="en-US" altLang="zh-CN" sz="1400" dirty="0" err="1">
                <a:latin typeface="Verdana" panose="020B0604030504040204" pitchFamily="34" charset="0"/>
                <a:ea typeface="宋体" panose="02010600030101010101" pitchFamily="2" charset="-122"/>
              </a:rPr>
              <a:t>copyText</a:t>
            </a:r>
            <a:r>
              <a:rPr lang="en-US" altLang="zh-CN" sz="1400" dirty="0">
                <a:latin typeface="Verdana" panose="020B0604030504040204" pitchFamily="34" charset="0"/>
                <a:ea typeface="宋体" panose="02010600030101010101" pitchFamily="2" charset="-122"/>
              </a:rPr>
              <a:t>(){	$("target").value=$("source").value;	}</a:t>
            </a:r>
          </a:p>
          <a:p>
            <a:pPr marL="342900" indent="-342900">
              <a:lnSpc>
                <a:spcPts val="1400"/>
              </a:lnSpc>
              <a:spcBef>
                <a:spcPts val="0"/>
              </a:spcBef>
              <a:spcAft>
                <a:spcPts val="0"/>
              </a:spcAft>
              <a:buNone/>
            </a:pPr>
            <a:r>
              <a:rPr lang="en-US" altLang="zh-CN" sz="1400" dirty="0">
                <a:latin typeface="Verdana" panose="020B0604030504040204" pitchFamily="34" charset="0"/>
                <a:ea typeface="宋体" panose="02010600030101010101" pitchFamily="2" charset="-122"/>
              </a:rPr>
              <a:t>	&lt;/script&gt;</a:t>
            </a:r>
          </a:p>
          <a:p>
            <a:pPr marL="342900" indent="-342900">
              <a:lnSpc>
                <a:spcPts val="1400"/>
              </a:lnSpc>
              <a:spcBef>
                <a:spcPts val="0"/>
              </a:spcBef>
              <a:spcAft>
                <a:spcPts val="0"/>
              </a:spcAft>
              <a:buNone/>
            </a:pPr>
            <a:r>
              <a:rPr lang="en-US" altLang="zh-CN" sz="1400" dirty="0">
                <a:latin typeface="Verdana" panose="020B0604030504040204" pitchFamily="34" charset="0"/>
                <a:ea typeface="宋体" panose="02010600030101010101" pitchFamily="2" charset="-122"/>
              </a:rPr>
              <a:t>	&lt;/head&gt;</a:t>
            </a:r>
          </a:p>
          <a:p>
            <a:pPr marL="342900" indent="-342900">
              <a:lnSpc>
                <a:spcPts val="1400"/>
              </a:lnSpc>
              <a:spcBef>
                <a:spcPts val="0"/>
              </a:spcBef>
              <a:spcAft>
                <a:spcPts val="0"/>
              </a:spcAft>
              <a:buNone/>
            </a:pPr>
            <a:r>
              <a:rPr lang="en-US" altLang="zh-CN" sz="1400" dirty="0">
                <a:latin typeface="Verdana" panose="020B0604030504040204" pitchFamily="34" charset="0"/>
                <a:ea typeface="宋体" panose="02010600030101010101" pitchFamily="2" charset="-122"/>
              </a:rPr>
              <a:t>	&lt;body&gt;</a:t>
            </a:r>
          </a:p>
          <a:p>
            <a:pPr marL="342900" indent="-342900">
              <a:lnSpc>
                <a:spcPts val="1400"/>
              </a:lnSpc>
              <a:spcBef>
                <a:spcPts val="0"/>
              </a:spcBef>
              <a:spcAft>
                <a:spcPts val="0"/>
              </a:spcAft>
              <a:buNone/>
            </a:pPr>
            <a:r>
              <a:rPr lang="en-US" altLang="zh-CN" sz="1400" dirty="0">
                <a:latin typeface="Verdana" panose="020B0604030504040204" pitchFamily="34" charset="0"/>
                <a:ea typeface="宋体" panose="02010600030101010101" pitchFamily="2" charset="-122"/>
              </a:rPr>
              <a:t>	  &lt;h4&gt;</a:t>
            </a:r>
            <a:r>
              <a:rPr lang="zh-CN" altLang="en-US" sz="1400" dirty="0">
                <a:latin typeface="Verdana" panose="020B0604030504040204" pitchFamily="34" charset="0"/>
                <a:ea typeface="宋体" panose="02010600030101010101" pitchFamily="2" charset="-122"/>
              </a:rPr>
              <a:t>文本框内容复制</a:t>
            </a:r>
            <a:r>
              <a:rPr lang="en-US" altLang="zh-CN" sz="1400" dirty="0">
                <a:latin typeface="Verdana" panose="020B0604030504040204" pitchFamily="34" charset="0"/>
                <a:ea typeface="宋体" panose="02010600030101010101" pitchFamily="2" charset="-122"/>
              </a:rPr>
              <a:t>&lt;/h4&gt;</a:t>
            </a:r>
          </a:p>
          <a:p>
            <a:pPr marL="342900" indent="-342900">
              <a:lnSpc>
                <a:spcPts val="1400"/>
              </a:lnSpc>
              <a:spcBef>
                <a:spcPts val="0"/>
              </a:spcBef>
              <a:spcAft>
                <a:spcPts val="0"/>
              </a:spcAft>
              <a:buNone/>
            </a:pPr>
            <a:r>
              <a:rPr lang="en-US" altLang="zh-CN" sz="1400" dirty="0">
                <a:latin typeface="Verdana" panose="020B0604030504040204" pitchFamily="34" charset="0"/>
                <a:ea typeface="宋体" panose="02010600030101010101" pitchFamily="2" charset="-122"/>
              </a:rPr>
              <a:t>	&lt;form method="post" action=""&gt;</a:t>
            </a:r>
          </a:p>
          <a:p>
            <a:pPr marL="342900" indent="-342900">
              <a:lnSpc>
                <a:spcPts val="1400"/>
              </a:lnSpc>
              <a:spcBef>
                <a:spcPts val="0"/>
              </a:spcBef>
              <a:spcAft>
                <a:spcPts val="0"/>
              </a:spcAft>
              <a:buNone/>
            </a:pPr>
            <a:r>
              <a:rPr lang="en-US" altLang="zh-CN" sz="1400" dirty="0">
                <a:latin typeface="Verdana" panose="020B0604030504040204" pitchFamily="34" charset="0"/>
                <a:ea typeface="宋体" panose="02010600030101010101" pitchFamily="2" charset="-122"/>
              </a:rPr>
              <a:t>	</a:t>
            </a:r>
            <a:r>
              <a:rPr lang="zh-CN" altLang="en-US" sz="1400" dirty="0">
                <a:latin typeface="Verdana" panose="020B0604030504040204" pitchFamily="34" charset="0"/>
                <a:ea typeface="宋体" panose="02010600030101010101" pitchFamily="2" charset="-122"/>
              </a:rPr>
              <a:t>来源文本框：</a:t>
            </a:r>
            <a:r>
              <a:rPr lang="en-US" altLang="zh-CN" sz="1400" dirty="0">
                <a:latin typeface="Verdana" panose="020B0604030504040204" pitchFamily="34" charset="0"/>
                <a:ea typeface="宋体" panose="02010600030101010101" pitchFamily="2" charset="-122"/>
              </a:rPr>
              <a:t>&lt;input type="text" id="source" value=""&gt;</a:t>
            </a:r>
          </a:p>
          <a:p>
            <a:pPr marL="342900" indent="-342900">
              <a:lnSpc>
                <a:spcPts val="1400"/>
              </a:lnSpc>
              <a:spcBef>
                <a:spcPts val="0"/>
              </a:spcBef>
              <a:spcAft>
                <a:spcPts val="0"/>
              </a:spcAft>
              <a:buNone/>
            </a:pPr>
            <a:r>
              <a:rPr lang="en-US" altLang="zh-CN" sz="1400" dirty="0">
                <a:latin typeface="Verdana" panose="020B0604030504040204" pitchFamily="34" charset="0"/>
                <a:ea typeface="宋体" panose="02010600030101010101" pitchFamily="2" charset="-122"/>
              </a:rPr>
              <a:t>	&lt;</a:t>
            </a:r>
            <a:r>
              <a:rPr lang="en-US" altLang="zh-CN" sz="1400" dirty="0" err="1">
                <a:latin typeface="Verdana" panose="020B0604030504040204" pitchFamily="34" charset="0"/>
                <a:ea typeface="宋体" panose="02010600030101010101" pitchFamily="2" charset="-122"/>
              </a:rPr>
              <a:t>br</a:t>
            </a:r>
            <a:r>
              <a:rPr lang="en-US" altLang="zh-CN" sz="1400" dirty="0">
                <a:latin typeface="Verdana" panose="020B0604030504040204" pitchFamily="34" charset="0"/>
                <a:ea typeface="宋体" panose="02010600030101010101" pitchFamily="2" charset="-122"/>
              </a:rPr>
              <a:t>&gt;</a:t>
            </a:r>
            <a:r>
              <a:rPr lang="zh-CN" altLang="en-US" sz="1400" dirty="0">
                <a:latin typeface="Verdana" panose="020B0604030504040204" pitchFamily="34" charset="0"/>
                <a:ea typeface="宋体" panose="02010600030101010101" pitchFamily="2" charset="-122"/>
              </a:rPr>
              <a:t>目标文本框：</a:t>
            </a:r>
            <a:r>
              <a:rPr lang="en-US" altLang="zh-CN" sz="1400" dirty="0">
                <a:latin typeface="Verdana" panose="020B0604030504040204" pitchFamily="34" charset="0"/>
                <a:ea typeface="宋体" panose="02010600030101010101" pitchFamily="2" charset="-122"/>
              </a:rPr>
              <a:t>&lt;input type="text" id="target" </a:t>
            </a:r>
            <a:r>
              <a:rPr lang="en-US" altLang="zh-CN" sz="1400" dirty="0" err="1">
                <a:latin typeface="Verdana" panose="020B0604030504040204" pitchFamily="34" charset="0"/>
                <a:ea typeface="宋体" panose="02010600030101010101" pitchFamily="2" charset="-122"/>
              </a:rPr>
              <a:t>readonly</a:t>
            </a:r>
            <a:r>
              <a:rPr lang="en-US" altLang="zh-CN" sz="1400" dirty="0">
                <a:latin typeface="Verdana" panose="020B0604030504040204" pitchFamily="34" charset="0"/>
                <a:ea typeface="宋体" panose="02010600030101010101" pitchFamily="2" charset="-122"/>
              </a:rPr>
              <a:t>&gt;</a:t>
            </a:r>
          </a:p>
          <a:p>
            <a:pPr marL="342900" indent="-342900">
              <a:lnSpc>
                <a:spcPts val="1400"/>
              </a:lnSpc>
              <a:spcBef>
                <a:spcPts val="0"/>
              </a:spcBef>
              <a:spcAft>
                <a:spcPts val="0"/>
              </a:spcAft>
              <a:buNone/>
            </a:pPr>
            <a:r>
              <a:rPr lang="en-US" altLang="zh-CN" sz="1400" dirty="0">
                <a:latin typeface="Verdana" panose="020B0604030504040204" pitchFamily="34" charset="0"/>
                <a:ea typeface="宋体" panose="02010600030101010101" pitchFamily="2" charset="-122"/>
              </a:rPr>
              <a:t>	&lt;</a:t>
            </a:r>
            <a:r>
              <a:rPr lang="en-US" altLang="zh-CN" sz="1400" dirty="0" err="1">
                <a:latin typeface="Verdana" panose="020B0604030504040204" pitchFamily="34" charset="0"/>
                <a:ea typeface="宋体" panose="02010600030101010101" pitchFamily="2" charset="-122"/>
              </a:rPr>
              <a:t>br</a:t>
            </a:r>
            <a:r>
              <a:rPr lang="en-US" altLang="zh-CN" sz="1400" dirty="0">
                <a:latin typeface="Verdana" panose="020B0604030504040204" pitchFamily="34" charset="0"/>
                <a:ea typeface="宋体" panose="02010600030101010101" pitchFamily="2" charset="-122"/>
              </a:rPr>
              <a:t>&gt;&lt;input type="button" value="</a:t>
            </a:r>
            <a:r>
              <a:rPr lang="zh-CN" altLang="en-US" sz="1400" dirty="0">
                <a:latin typeface="Verdana" panose="020B0604030504040204" pitchFamily="34" charset="0"/>
                <a:ea typeface="宋体" panose="02010600030101010101" pitchFamily="2" charset="-122"/>
              </a:rPr>
              <a:t>复制文本框内容</a:t>
            </a:r>
            <a:r>
              <a:rPr lang="en-US" altLang="zh-CN" sz="1400" dirty="0">
                <a:latin typeface="Verdana" panose="020B0604030504040204" pitchFamily="34" charset="0"/>
                <a:ea typeface="宋体" panose="02010600030101010101" pitchFamily="2" charset="-122"/>
              </a:rPr>
              <a:t>" </a:t>
            </a:r>
            <a:r>
              <a:rPr lang="en-US" altLang="zh-CN" sz="1400" dirty="0" err="1">
                <a:latin typeface="Verdana" panose="020B0604030504040204" pitchFamily="34" charset="0"/>
                <a:ea typeface="宋体" panose="02010600030101010101" pitchFamily="2" charset="-122"/>
              </a:rPr>
              <a:t>onclick</a:t>
            </a:r>
            <a:r>
              <a:rPr lang="en-US" altLang="zh-CN" sz="1400" dirty="0">
                <a:latin typeface="Verdana" panose="020B0604030504040204" pitchFamily="34" charset="0"/>
                <a:ea typeface="宋体" panose="02010600030101010101" pitchFamily="2" charset="-122"/>
              </a:rPr>
              <a:t>="</a:t>
            </a:r>
            <a:r>
              <a:rPr lang="en-US" altLang="zh-CN" sz="1400" dirty="0" err="1">
                <a:latin typeface="Verdana" panose="020B0604030504040204" pitchFamily="34" charset="0"/>
                <a:ea typeface="宋体" panose="02010600030101010101" pitchFamily="2" charset="-122"/>
              </a:rPr>
              <a:t>copyText</a:t>
            </a:r>
            <a:r>
              <a:rPr lang="en-US" altLang="zh-CN" sz="1400" dirty="0">
                <a:latin typeface="Verdana" panose="020B0604030504040204" pitchFamily="34" charset="0"/>
                <a:ea typeface="宋体" panose="02010600030101010101" pitchFamily="2" charset="-122"/>
              </a:rPr>
              <a:t>();"&gt;</a:t>
            </a:r>
          </a:p>
          <a:p>
            <a:pPr marL="342900" indent="-342900">
              <a:lnSpc>
                <a:spcPts val="1400"/>
              </a:lnSpc>
              <a:spcBef>
                <a:spcPts val="0"/>
              </a:spcBef>
              <a:spcAft>
                <a:spcPts val="0"/>
              </a:spcAft>
              <a:buNone/>
            </a:pPr>
            <a:r>
              <a:rPr lang="en-US" altLang="zh-CN" sz="1400" dirty="0">
                <a:latin typeface="Verdana" panose="020B0604030504040204" pitchFamily="34" charset="0"/>
                <a:ea typeface="宋体" panose="02010600030101010101" pitchFamily="2" charset="-122"/>
              </a:rPr>
              <a:t>	&lt;/form&gt;	&lt;/body&gt;</a:t>
            </a:r>
          </a:p>
          <a:p>
            <a:pPr marL="342900" indent="-342900">
              <a:lnSpc>
                <a:spcPts val="1400"/>
              </a:lnSpc>
              <a:spcBef>
                <a:spcPts val="0"/>
              </a:spcBef>
              <a:spcAft>
                <a:spcPts val="0"/>
              </a:spcAft>
              <a:buNone/>
            </a:pPr>
            <a:r>
              <a:rPr lang="en-US" altLang="zh-CN" sz="1400" dirty="0">
                <a:latin typeface="Verdana" panose="020B0604030504040204" pitchFamily="34" charset="0"/>
                <a:ea typeface="宋体" panose="02010600030101010101" pitchFamily="2" charset="-122"/>
              </a:rPr>
              <a:t>&lt;/html&gt;</a:t>
            </a:r>
            <a:endParaRPr lang="en-US" altLang="zh-CN" sz="1800" dirty="0">
              <a:latin typeface="Verdana" panose="020B0604030504040204" pitchFamily="34" charset="0"/>
              <a:ea typeface="宋体" panose="02010600030101010101" pitchFamily="2" charset="-122"/>
            </a:endParaRPr>
          </a:p>
        </p:txBody>
      </p:sp>
      <p:pic>
        <p:nvPicPr>
          <p:cNvPr id="5122" name="Picture 2"/>
          <p:cNvPicPr>
            <a:picLocks noChangeAspect="1" noChangeArrowheads="1"/>
          </p:cNvPicPr>
          <p:nvPr/>
        </p:nvPicPr>
        <p:blipFill>
          <a:blip r:embed="rId2" cstate="print"/>
          <a:srcRect/>
          <a:stretch>
            <a:fillRect/>
          </a:stretch>
        </p:blipFill>
        <p:spPr bwMode="auto">
          <a:xfrm>
            <a:off x="6477000" y="1733550"/>
            <a:ext cx="2252663" cy="21641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4387">
                                            <p:txEl>
                                              <p:pRg st="0" end="0"/>
                                            </p:txEl>
                                          </p:spTgt>
                                        </p:tgtEl>
                                        <p:attrNameLst>
                                          <p:attrName>style.visibility</p:attrName>
                                        </p:attrNameLst>
                                      </p:cBhvr>
                                      <p:to>
                                        <p:strVal val="visible"/>
                                      </p:to>
                                    </p:set>
                                    <p:anim calcmode="lin" valueType="num">
                                      <p:cBhvr additive="base">
                                        <p:cTn id="7" dur="500" fill="hold"/>
                                        <p:tgtEl>
                                          <p:spTgt spid="144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4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4387">
                                            <p:txEl>
                                              <p:pRg st="1" end="1"/>
                                            </p:txEl>
                                          </p:spTgt>
                                        </p:tgtEl>
                                        <p:attrNameLst>
                                          <p:attrName>style.visibility</p:attrName>
                                        </p:attrNameLst>
                                      </p:cBhvr>
                                      <p:to>
                                        <p:strVal val="visible"/>
                                      </p:to>
                                    </p:set>
                                    <p:anim calcmode="lin" valueType="num">
                                      <p:cBhvr additive="base">
                                        <p:cTn id="13" dur="500" fill="hold"/>
                                        <p:tgtEl>
                                          <p:spTgt spid="1443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43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4387">
                                            <p:txEl>
                                              <p:pRg st="2" end="2"/>
                                            </p:txEl>
                                          </p:spTgt>
                                        </p:tgtEl>
                                        <p:attrNameLst>
                                          <p:attrName>style.visibility</p:attrName>
                                        </p:attrNameLst>
                                      </p:cBhvr>
                                      <p:to>
                                        <p:strVal val="visible"/>
                                      </p:to>
                                    </p:set>
                                    <p:anim calcmode="lin" valueType="num">
                                      <p:cBhvr additive="base">
                                        <p:cTn id="19" dur="500" fill="hold"/>
                                        <p:tgtEl>
                                          <p:spTgt spid="1443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43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4387">
                                            <p:txEl>
                                              <p:pRg st="3" end="3"/>
                                            </p:txEl>
                                          </p:spTgt>
                                        </p:tgtEl>
                                        <p:attrNameLst>
                                          <p:attrName>style.visibility</p:attrName>
                                        </p:attrNameLst>
                                      </p:cBhvr>
                                      <p:to>
                                        <p:strVal val="visible"/>
                                      </p:to>
                                    </p:set>
                                    <p:anim calcmode="lin" valueType="num">
                                      <p:cBhvr additive="base">
                                        <p:cTn id="25" dur="500" fill="hold"/>
                                        <p:tgtEl>
                                          <p:spTgt spid="1443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43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4387">
                                            <p:txEl>
                                              <p:pRg st="4" end="4"/>
                                            </p:txEl>
                                          </p:spTgt>
                                        </p:tgtEl>
                                        <p:attrNameLst>
                                          <p:attrName>style.visibility</p:attrName>
                                        </p:attrNameLst>
                                      </p:cBhvr>
                                      <p:to>
                                        <p:strVal val="visible"/>
                                      </p:to>
                                    </p:set>
                                    <p:anim calcmode="lin" valueType="num">
                                      <p:cBhvr additive="base">
                                        <p:cTn id="31" dur="500" fill="hold"/>
                                        <p:tgtEl>
                                          <p:spTgt spid="14438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43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4387">
                                            <p:txEl>
                                              <p:pRg st="5" end="5"/>
                                            </p:txEl>
                                          </p:spTgt>
                                        </p:tgtEl>
                                        <p:attrNameLst>
                                          <p:attrName>style.visibility</p:attrName>
                                        </p:attrNameLst>
                                      </p:cBhvr>
                                      <p:to>
                                        <p:strVal val="visible"/>
                                      </p:to>
                                    </p:set>
                                    <p:anim calcmode="lin" valueType="num">
                                      <p:cBhvr additive="base">
                                        <p:cTn id="37" dur="500" fill="hold"/>
                                        <p:tgtEl>
                                          <p:spTgt spid="14438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438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44387">
                                            <p:txEl>
                                              <p:pRg st="6" end="6"/>
                                            </p:txEl>
                                          </p:spTgt>
                                        </p:tgtEl>
                                        <p:attrNameLst>
                                          <p:attrName>style.visibility</p:attrName>
                                        </p:attrNameLst>
                                      </p:cBhvr>
                                      <p:to>
                                        <p:strVal val="visible"/>
                                      </p:to>
                                    </p:set>
                                    <p:anim calcmode="lin" valueType="num">
                                      <p:cBhvr additive="base">
                                        <p:cTn id="43" dur="500" fill="hold"/>
                                        <p:tgtEl>
                                          <p:spTgt spid="14438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4438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44387">
                                            <p:txEl>
                                              <p:pRg st="7" end="7"/>
                                            </p:txEl>
                                          </p:spTgt>
                                        </p:tgtEl>
                                        <p:attrNameLst>
                                          <p:attrName>style.visibility</p:attrName>
                                        </p:attrNameLst>
                                      </p:cBhvr>
                                      <p:to>
                                        <p:strVal val="visible"/>
                                      </p:to>
                                    </p:set>
                                    <p:anim calcmode="lin" valueType="num">
                                      <p:cBhvr additive="base">
                                        <p:cTn id="49" dur="500" fill="hold"/>
                                        <p:tgtEl>
                                          <p:spTgt spid="14438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4438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44387">
                                            <p:txEl>
                                              <p:pRg st="8" end="8"/>
                                            </p:txEl>
                                          </p:spTgt>
                                        </p:tgtEl>
                                        <p:attrNameLst>
                                          <p:attrName>style.visibility</p:attrName>
                                        </p:attrNameLst>
                                      </p:cBhvr>
                                      <p:to>
                                        <p:strVal val="visible"/>
                                      </p:to>
                                    </p:set>
                                    <p:anim calcmode="lin" valueType="num">
                                      <p:cBhvr additive="base">
                                        <p:cTn id="55" dur="500" fill="hold"/>
                                        <p:tgtEl>
                                          <p:spTgt spid="144387">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4438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44387">
                                            <p:txEl>
                                              <p:pRg st="9" end="9"/>
                                            </p:txEl>
                                          </p:spTgt>
                                        </p:tgtEl>
                                        <p:attrNameLst>
                                          <p:attrName>style.visibility</p:attrName>
                                        </p:attrNameLst>
                                      </p:cBhvr>
                                      <p:to>
                                        <p:strVal val="visible"/>
                                      </p:to>
                                    </p:set>
                                    <p:anim calcmode="lin" valueType="num">
                                      <p:cBhvr additive="base">
                                        <p:cTn id="61" dur="500" fill="hold"/>
                                        <p:tgtEl>
                                          <p:spTgt spid="144387">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4438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44387">
                                            <p:txEl>
                                              <p:pRg st="10" end="10"/>
                                            </p:txEl>
                                          </p:spTgt>
                                        </p:tgtEl>
                                        <p:attrNameLst>
                                          <p:attrName>style.visibility</p:attrName>
                                        </p:attrNameLst>
                                      </p:cBhvr>
                                      <p:to>
                                        <p:strVal val="visible"/>
                                      </p:to>
                                    </p:set>
                                    <p:anim calcmode="lin" valueType="num">
                                      <p:cBhvr additive="base">
                                        <p:cTn id="67" dur="500" fill="hold"/>
                                        <p:tgtEl>
                                          <p:spTgt spid="144387">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44387">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44387">
                                            <p:txEl>
                                              <p:pRg st="11" end="11"/>
                                            </p:txEl>
                                          </p:spTgt>
                                        </p:tgtEl>
                                        <p:attrNameLst>
                                          <p:attrName>style.visibility</p:attrName>
                                        </p:attrNameLst>
                                      </p:cBhvr>
                                      <p:to>
                                        <p:strVal val="visible"/>
                                      </p:to>
                                    </p:set>
                                    <p:anim calcmode="lin" valueType="num">
                                      <p:cBhvr additive="base">
                                        <p:cTn id="73" dur="500" fill="hold"/>
                                        <p:tgtEl>
                                          <p:spTgt spid="144387">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44387">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44387">
                                            <p:txEl>
                                              <p:pRg st="12" end="12"/>
                                            </p:txEl>
                                          </p:spTgt>
                                        </p:tgtEl>
                                        <p:attrNameLst>
                                          <p:attrName>style.visibility</p:attrName>
                                        </p:attrNameLst>
                                      </p:cBhvr>
                                      <p:to>
                                        <p:strVal val="visible"/>
                                      </p:to>
                                    </p:set>
                                    <p:anim calcmode="lin" valueType="num">
                                      <p:cBhvr additive="base">
                                        <p:cTn id="79" dur="500" fill="hold"/>
                                        <p:tgtEl>
                                          <p:spTgt spid="144387">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44387">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44387">
                                            <p:txEl>
                                              <p:pRg st="13" end="13"/>
                                            </p:txEl>
                                          </p:spTgt>
                                        </p:tgtEl>
                                        <p:attrNameLst>
                                          <p:attrName>style.visibility</p:attrName>
                                        </p:attrNameLst>
                                      </p:cBhvr>
                                      <p:to>
                                        <p:strVal val="visible"/>
                                      </p:to>
                                    </p:set>
                                    <p:anim calcmode="lin" valueType="num">
                                      <p:cBhvr additive="base">
                                        <p:cTn id="85" dur="500" fill="hold"/>
                                        <p:tgtEl>
                                          <p:spTgt spid="144387">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44387">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144387">
                                            <p:txEl>
                                              <p:pRg st="14" end="14"/>
                                            </p:txEl>
                                          </p:spTgt>
                                        </p:tgtEl>
                                        <p:attrNameLst>
                                          <p:attrName>style.visibility</p:attrName>
                                        </p:attrNameLst>
                                      </p:cBhvr>
                                      <p:to>
                                        <p:strVal val="visible"/>
                                      </p:to>
                                    </p:set>
                                    <p:anim calcmode="lin" valueType="num">
                                      <p:cBhvr additive="base">
                                        <p:cTn id="91" dur="500" fill="hold"/>
                                        <p:tgtEl>
                                          <p:spTgt spid="144387">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44387">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144387">
                                            <p:txEl>
                                              <p:pRg st="15" end="15"/>
                                            </p:txEl>
                                          </p:spTgt>
                                        </p:tgtEl>
                                        <p:attrNameLst>
                                          <p:attrName>style.visibility</p:attrName>
                                        </p:attrNameLst>
                                      </p:cBhvr>
                                      <p:to>
                                        <p:strVal val="visible"/>
                                      </p:to>
                                    </p:set>
                                    <p:anim calcmode="lin" valueType="num">
                                      <p:cBhvr additive="base">
                                        <p:cTn id="97" dur="500" fill="hold"/>
                                        <p:tgtEl>
                                          <p:spTgt spid="144387">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144387">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144387">
                                            <p:txEl>
                                              <p:pRg st="16" end="16"/>
                                            </p:txEl>
                                          </p:spTgt>
                                        </p:tgtEl>
                                        <p:attrNameLst>
                                          <p:attrName>style.visibility</p:attrName>
                                        </p:attrNameLst>
                                      </p:cBhvr>
                                      <p:to>
                                        <p:strVal val="visible"/>
                                      </p:to>
                                    </p:set>
                                    <p:anim calcmode="lin" valueType="num">
                                      <p:cBhvr additive="base">
                                        <p:cTn id="103" dur="500" fill="hold"/>
                                        <p:tgtEl>
                                          <p:spTgt spid="144387">
                                            <p:txEl>
                                              <p:pRg st="16" end="16"/>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144387">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144387">
                                            <p:txEl>
                                              <p:pRg st="17" end="17"/>
                                            </p:txEl>
                                          </p:spTgt>
                                        </p:tgtEl>
                                        <p:attrNameLst>
                                          <p:attrName>style.visibility</p:attrName>
                                        </p:attrNameLst>
                                      </p:cBhvr>
                                      <p:to>
                                        <p:strVal val="visible"/>
                                      </p:to>
                                    </p:set>
                                    <p:anim calcmode="lin" valueType="num">
                                      <p:cBhvr additive="base">
                                        <p:cTn id="109" dur="500" fill="hold"/>
                                        <p:tgtEl>
                                          <p:spTgt spid="144387">
                                            <p:txEl>
                                              <p:pRg st="17" end="17"/>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144387">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r>
              <a:rPr lang="en-US" altLang="zh-CN" dirty="0"/>
              <a:t>15.3.2 </a:t>
            </a:r>
            <a:r>
              <a:rPr lang="zh-CN" altLang="en-US" dirty="0"/>
              <a:t>鼠标移动事件</a:t>
            </a:r>
          </a:p>
        </p:txBody>
      </p:sp>
      <p:sp>
        <p:nvSpPr>
          <p:cNvPr id="147459" name="Rectangle 3"/>
          <p:cNvSpPr>
            <a:spLocks noGrp="1" noChangeArrowheads="1"/>
          </p:cNvSpPr>
          <p:nvPr>
            <p:ph idx="1"/>
          </p:nvPr>
        </p:nvSpPr>
        <p:spPr>
          <a:xfrm>
            <a:off x="533400" y="810817"/>
            <a:ext cx="8534400" cy="770333"/>
          </a:xfrm>
        </p:spPr>
        <p:txBody>
          <a:bodyPr/>
          <a:lstStyle/>
          <a:p>
            <a:pPr marL="0" indent="0">
              <a:spcBef>
                <a:spcPts val="0"/>
              </a:spcBef>
              <a:spcAft>
                <a:spcPts val="0"/>
              </a:spcAft>
              <a:buNone/>
            </a:pPr>
            <a:r>
              <a:rPr lang="zh-CN" altLang="en-US" dirty="0"/>
              <a:t>       鼠标移动事件有：</a:t>
            </a:r>
            <a:r>
              <a:rPr lang="en-US" altLang="zh-CN" dirty="0" err="1"/>
              <a:t>MouseOver</a:t>
            </a:r>
            <a:r>
              <a:rPr lang="zh-CN" altLang="en-US" dirty="0"/>
              <a:t>事件、</a:t>
            </a:r>
            <a:r>
              <a:rPr lang="en-US" altLang="zh-CN" dirty="0" err="1"/>
              <a:t>MouseOut</a:t>
            </a:r>
            <a:r>
              <a:rPr lang="zh-CN" altLang="en-US" dirty="0"/>
              <a:t>事件、</a:t>
            </a:r>
            <a:r>
              <a:rPr lang="en-US" altLang="zh-CN" dirty="0" err="1"/>
              <a:t>MouseDown</a:t>
            </a:r>
            <a:r>
              <a:rPr lang="zh-CN" altLang="en-US" dirty="0"/>
              <a:t>及</a:t>
            </a:r>
            <a:r>
              <a:rPr lang="en-US" altLang="zh-CN" dirty="0" err="1"/>
              <a:t>MouseUp</a:t>
            </a:r>
            <a:r>
              <a:rPr lang="zh-CN" altLang="en-US" dirty="0"/>
              <a:t>等事件。 </a:t>
            </a:r>
          </a:p>
        </p:txBody>
      </p:sp>
      <p:sp>
        <p:nvSpPr>
          <p:cNvPr id="4" name="矩形 3"/>
          <p:cNvSpPr/>
          <p:nvPr/>
        </p:nvSpPr>
        <p:spPr>
          <a:xfrm>
            <a:off x="533400" y="1669445"/>
            <a:ext cx="8534400" cy="2426305"/>
          </a:xfrm>
          <a:prstGeom prst="rect">
            <a:avLst/>
          </a:prstGeom>
        </p:spPr>
        <p:txBody>
          <a:bodyPr wrap="square">
            <a:spAutoFit/>
          </a:bodyPr>
          <a:lstStyle/>
          <a:p>
            <a:pPr>
              <a:lnSpc>
                <a:spcPts val="1400"/>
              </a:lnSpc>
              <a:spcBef>
                <a:spcPts val="0"/>
              </a:spcBef>
            </a:pPr>
            <a:r>
              <a:rPr lang="en-US" altLang="zh-CN" sz="1600" b="0" dirty="0">
                <a:latin typeface="Verdana" panose="020B0604030504040204" pitchFamily="34" charset="0"/>
              </a:rPr>
              <a:t>&lt;!-- edu_15_3_2.html --&gt;</a:t>
            </a:r>
          </a:p>
          <a:p>
            <a:pPr>
              <a:lnSpc>
                <a:spcPts val="1400"/>
              </a:lnSpc>
              <a:spcBef>
                <a:spcPts val="0"/>
              </a:spcBef>
            </a:pPr>
            <a:r>
              <a:rPr lang="en-US" altLang="zh-CN" sz="1600" b="0" dirty="0">
                <a:latin typeface="Verdana" panose="020B0604030504040204" pitchFamily="34" charset="0"/>
              </a:rPr>
              <a:t>&lt;html&gt;</a:t>
            </a:r>
          </a:p>
          <a:p>
            <a:pPr>
              <a:lnSpc>
                <a:spcPts val="1400"/>
              </a:lnSpc>
              <a:spcBef>
                <a:spcPts val="0"/>
              </a:spcBef>
            </a:pPr>
            <a:r>
              <a:rPr lang="en-US" altLang="zh-CN" sz="1600" b="0" dirty="0">
                <a:latin typeface="Verdana" panose="020B0604030504040204" pitchFamily="34" charset="0"/>
              </a:rPr>
              <a:t>&lt;head&gt;</a:t>
            </a:r>
          </a:p>
          <a:p>
            <a:pPr>
              <a:lnSpc>
                <a:spcPts val="1400"/>
              </a:lnSpc>
              <a:spcBef>
                <a:spcPts val="0"/>
              </a:spcBef>
            </a:pPr>
            <a:r>
              <a:rPr lang="en-US" altLang="zh-CN" sz="1600" b="0" dirty="0">
                <a:latin typeface="Verdana" panose="020B0604030504040204" pitchFamily="34" charset="0"/>
              </a:rPr>
              <a:t>&lt;title&gt;</a:t>
            </a:r>
            <a:r>
              <a:rPr lang="zh-CN" altLang="en-US" sz="1600" b="0" dirty="0">
                <a:latin typeface="Verdana" panose="020B0604030504040204" pitchFamily="34" charset="0"/>
              </a:rPr>
              <a:t>鼠标移动事件</a:t>
            </a:r>
            <a:r>
              <a:rPr lang="en-US" altLang="zh-CN" sz="1600" b="0" dirty="0">
                <a:latin typeface="Verdana" panose="020B0604030504040204" pitchFamily="34" charset="0"/>
              </a:rPr>
              <a:t>&lt;/title&gt;</a:t>
            </a:r>
          </a:p>
          <a:p>
            <a:pPr>
              <a:lnSpc>
                <a:spcPts val="1400"/>
              </a:lnSpc>
              <a:spcBef>
                <a:spcPts val="0"/>
              </a:spcBef>
            </a:pPr>
            <a:r>
              <a:rPr lang="en-US" altLang="zh-CN" sz="1600" b="0" dirty="0">
                <a:latin typeface="Verdana" panose="020B0604030504040204" pitchFamily="34" charset="0"/>
              </a:rPr>
              <a:t>&lt;script type="text/</a:t>
            </a:r>
            <a:r>
              <a:rPr lang="en-US" altLang="zh-CN" sz="1600" b="0" dirty="0" err="1">
                <a:latin typeface="Verdana" panose="020B0604030504040204" pitchFamily="34" charset="0"/>
              </a:rPr>
              <a:t>javascript</a:t>
            </a:r>
            <a:r>
              <a:rPr lang="en-US" altLang="zh-CN" sz="1600" b="0" dirty="0">
                <a:latin typeface="Verdana" panose="020B0604030504040204" pitchFamily="34" charset="0"/>
              </a:rPr>
              <a:t>"&gt;</a:t>
            </a:r>
          </a:p>
          <a:p>
            <a:pPr>
              <a:lnSpc>
                <a:spcPts val="1400"/>
              </a:lnSpc>
              <a:spcBef>
                <a:spcPts val="0"/>
              </a:spcBef>
            </a:pPr>
            <a:r>
              <a:rPr lang="en-US" altLang="zh-CN" sz="1600" b="0" dirty="0">
                <a:latin typeface="Verdana" panose="020B0604030504040204" pitchFamily="34" charset="0"/>
              </a:rPr>
              <a:t>    function </a:t>
            </a:r>
            <a:r>
              <a:rPr lang="en-US" altLang="zh-CN" sz="1600" b="0" dirty="0" err="1">
                <a:latin typeface="Verdana" panose="020B0604030504040204" pitchFamily="34" charset="0"/>
              </a:rPr>
              <a:t>mouseOver</a:t>
            </a:r>
            <a:r>
              <a:rPr lang="en-US" altLang="zh-CN" sz="1600" b="0" dirty="0">
                <a:latin typeface="Verdana" panose="020B0604030504040204" pitchFamily="34" charset="0"/>
              </a:rPr>
              <a:t>(){//</a:t>
            </a:r>
            <a:r>
              <a:rPr lang="zh-CN" altLang="en-US" sz="1600" b="0" dirty="0">
                <a:latin typeface="Verdana" panose="020B0604030504040204" pitchFamily="34" charset="0"/>
              </a:rPr>
              <a:t>鼠标盘旋</a:t>
            </a:r>
            <a:endParaRPr lang="en-US" altLang="zh-CN" sz="1600" b="0" dirty="0">
              <a:latin typeface="Verdana" panose="020B0604030504040204" pitchFamily="34" charset="0"/>
            </a:endParaRPr>
          </a:p>
          <a:p>
            <a:pPr>
              <a:lnSpc>
                <a:spcPts val="1400"/>
              </a:lnSpc>
              <a:spcBef>
                <a:spcPts val="0"/>
              </a:spcBef>
            </a:pPr>
            <a:r>
              <a:rPr lang="en-US" altLang="zh-CN" sz="1600" b="0" dirty="0">
                <a:latin typeface="Verdana" panose="020B0604030504040204" pitchFamily="34" charset="0"/>
              </a:rPr>
              <a:t>     </a:t>
            </a:r>
            <a:r>
              <a:rPr lang="en-US" altLang="zh-CN" sz="1600" b="0" dirty="0" err="1">
                <a:latin typeface="Verdana" panose="020B0604030504040204" pitchFamily="34" charset="0"/>
              </a:rPr>
              <a:t>document.getElementById</a:t>
            </a:r>
            <a:r>
              <a:rPr lang="en-US" altLang="zh-CN" sz="1600" b="0" dirty="0">
                <a:latin typeface="Verdana" panose="020B0604030504040204" pitchFamily="34" charset="0"/>
              </a:rPr>
              <a:t>('b1').src ="eg_mouse1.jpg”</a:t>
            </a:r>
          </a:p>
          <a:p>
            <a:pPr>
              <a:lnSpc>
                <a:spcPts val="1400"/>
              </a:lnSpc>
              <a:spcBef>
                <a:spcPts val="0"/>
              </a:spcBef>
            </a:pPr>
            <a:r>
              <a:rPr lang="en-US" altLang="zh-CN" sz="1600" b="0" dirty="0">
                <a:latin typeface="Verdana" panose="020B0604030504040204" pitchFamily="34" charset="0"/>
              </a:rPr>
              <a:t>    }</a:t>
            </a:r>
          </a:p>
          <a:p>
            <a:pPr>
              <a:lnSpc>
                <a:spcPts val="1400"/>
              </a:lnSpc>
              <a:spcBef>
                <a:spcPts val="0"/>
              </a:spcBef>
            </a:pPr>
            <a:r>
              <a:rPr lang="en-US" altLang="zh-CN" sz="1600" b="0" dirty="0">
                <a:latin typeface="Verdana" panose="020B0604030504040204" pitchFamily="34" charset="0"/>
              </a:rPr>
              <a:t>    function </a:t>
            </a:r>
            <a:r>
              <a:rPr lang="en-US" altLang="zh-CN" sz="1600" b="0" dirty="0" err="1">
                <a:latin typeface="Verdana" panose="020B0604030504040204" pitchFamily="34" charset="0"/>
              </a:rPr>
              <a:t>mouseOut</a:t>
            </a:r>
            <a:r>
              <a:rPr lang="en-US" altLang="zh-CN" sz="1600" b="0" dirty="0">
                <a:latin typeface="Verdana" panose="020B0604030504040204" pitchFamily="34" charset="0"/>
              </a:rPr>
              <a:t>(){//</a:t>
            </a:r>
            <a:r>
              <a:rPr lang="zh-CN" altLang="en-US" sz="1600" b="0" dirty="0">
                <a:latin typeface="Verdana" panose="020B0604030504040204" pitchFamily="34" charset="0"/>
              </a:rPr>
              <a:t>鼠标移出</a:t>
            </a:r>
            <a:endParaRPr lang="en-US" altLang="zh-CN" sz="1600" b="0" dirty="0">
              <a:latin typeface="Verdana" panose="020B0604030504040204" pitchFamily="34" charset="0"/>
            </a:endParaRPr>
          </a:p>
          <a:p>
            <a:pPr>
              <a:lnSpc>
                <a:spcPts val="1400"/>
              </a:lnSpc>
              <a:spcBef>
                <a:spcPts val="0"/>
              </a:spcBef>
            </a:pPr>
            <a:r>
              <a:rPr lang="en-US" altLang="zh-CN" sz="1600" b="0" dirty="0">
                <a:latin typeface="Verdana" panose="020B0604030504040204" pitchFamily="34" charset="0"/>
              </a:rPr>
              <a:t>       </a:t>
            </a:r>
            <a:r>
              <a:rPr lang="en-US" altLang="zh-CN" sz="1600" b="0" dirty="0" err="1">
                <a:latin typeface="Verdana" panose="020B0604030504040204" pitchFamily="34" charset="0"/>
              </a:rPr>
              <a:t>document.getElementById</a:t>
            </a:r>
            <a:r>
              <a:rPr lang="en-US" altLang="zh-CN" sz="1600" b="0" dirty="0">
                <a:latin typeface="Verdana" panose="020B0604030504040204" pitchFamily="34" charset="0"/>
              </a:rPr>
              <a:t>('b1').src ="eg_mouse2.jpg”</a:t>
            </a:r>
          </a:p>
          <a:p>
            <a:pPr>
              <a:lnSpc>
                <a:spcPts val="1400"/>
              </a:lnSpc>
              <a:spcBef>
                <a:spcPts val="0"/>
              </a:spcBef>
            </a:pPr>
            <a:r>
              <a:rPr lang="en-US" altLang="zh-CN" sz="1600" b="0" dirty="0">
                <a:latin typeface="Verdana" panose="020B0604030504040204" pitchFamily="34" charset="0"/>
              </a:rPr>
              <a:t>    }</a:t>
            </a:r>
          </a:p>
          <a:p>
            <a:pPr>
              <a:lnSpc>
                <a:spcPts val="1400"/>
              </a:lnSpc>
              <a:spcBef>
                <a:spcPts val="0"/>
              </a:spcBef>
            </a:pPr>
            <a:r>
              <a:rPr lang="en-US" altLang="zh-CN" sz="1600" b="0" dirty="0">
                <a:latin typeface="Verdana" panose="020B0604030504040204" pitchFamily="34" charset="0"/>
              </a:rPr>
              <a:t>&lt;/script&gt;</a:t>
            </a:r>
          </a:p>
          <a:p>
            <a:pPr>
              <a:lnSpc>
                <a:spcPts val="1400"/>
              </a:lnSpc>
              <a:spcBef>
                <a:spcPts val="0"/>
              </a:spcBef>
            </a:pPr>
            <a:r>
              <a:rPr lang="en-US" altLang="zh-CN" sz="1600" b="0" dirty="0">
                <a:latin typeface="Verdana" panose="020B0604030504040204" pitchFamily="34" charset="0"/>
              </a:rPr>
              <a:t>&lt;/head&gt;</a:t>
            </a:r>
            <a:endParaRPr lang="en-US" altLang="zh-CN" sz="1200" b="0" dirty="0">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anim calcmode="lin" valueType="num">
                                      <p:cBhvr additive="base">
                                        <p:cTn id="7" dur="500" fill="hold"/>
                                        <p:tgtEl>
                                          <p:spTgt spid="147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7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build="p"/>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r>
              <a:rPr lang="en-US" altLang="zh-CN" sz="2800" dirty="0"/>
              <a:t>15.3.2 </a:t>
            </a:r>
            <a:r>
              <a:rPr lang="zh-CN" altLang="en-US" sz="2800" dirty="0"/>
              <a:t>鼠标移动事件</a:t>
            </a:r>
            <a:r>
              <a:rPr lang="en-US" altLang="zh-CN" sz="2800" dirty="0"/>
              <a:t>-</a:t>
            </a:r>
            <a:r>
              <a:rPr lang="zh-CN" altLang="en-US" sz="2800" dirty="0"/>
              <a:t>案例</a:t>
            </a:r>
            <a:endParaRPr lang="zh-CN" altLang="en-US" dirty="0"/>
          </a:p>
        </p:txBody>
      </p:sp>
      <p:sp>
        <p:nvSpPr>
          <p:cNvPr id="148483" name="Rectangle 3"/>
          <p:cNvSpPr>
            <a:spLocks noGrp="1" noChangeArrowheads="1"/>
          </p:cNvSpPr>
          <p:nvPr>
            <p:ph idx="1"/>
          </p:nvPr>
        </p:nvSpPr>
        <p:spPr>
          <a:xfrm>
            <a:off x="533400" y="810817"/>
            <a:ext cx="8534400" cy="1989534"/>
          </a:xfrm>
        </p:spPr>
        <p:txBody>
          <a:bodyPr/>
          <a:lstStyle/>
          <a:p>
            <a:pPr marL="0" indent="0">
              <a:lnSpc>
                <a:spcPts val="1600"/>
              </a:lnSpc>
              <a:spcBef>
                <a:spcPts val="0"/>
              </a:spcBef>
              <a:spcAft>
                <a:spcPts val="0"/>
              </a:spcAft>
              <a:buNone/>
            </a:pPr>
            <a:r>
              <a:rPr lang="en-US" altLang="zh-CN" sz="1600" dirty="0">
                <a:latin typeface="Verdana" panose="020B0604030504040204" pitchFamily="34" charset="0"/>
              </a:rPr>
              <a:t>&lt;body&gt;</a:t>
            </a:r>
          </a:p>
          <a:p>
            <a:pPr marL="0" indent="536575">
              <a:lnSpc>
                <a:spcPts val="1600"/>
              </a:lnSpc>
              <a:spcBef>
                <a:spcPts val="0"/>
              </a:spcBef>
              <a:spcAft>
                <a:spcPts val="0"/>
              </a:spcAft>
              <a:buNone/>
            </a:pPr>
            <a:r>
              <a:rPr lang="en-US" altLang="zh-CN" sz="1600" dirty="0">
                <a:latin typeface="Verdana" panose="020B0604030504040204" pitchFamily="34" charset="0"/>
              </a:rPr>
              <a:t>&lt;h3 align="center"&gt;</a:t>
            </a:r>
            <a:r>
              <a:rPr lang="zh-CN" altLang="en-US" sz="1600" dirty="0">
                <a:latin typeface="Verdana" panose="020B0604030504040204" pitchFamily="34" charset="0"/>
              </a:rPr>
              <a:t>鼠标移动事件</a:t>
            </a:r>
            <a:r>
              <a:rPr lang="en-US" altLang="zh-CN" sz="1600" dirty="0">
                <a:latin typeface="Verdana" panose="020B0604030504040204" pitchFamily="34" charset="0"/>
              </a:rPr>
              <a:t>&lt;/h3&gt;</a:t>
            </a:r>
          </a:p>
          <a:p>
            <a:pPr marL="0" indent="536575">
              <a:lnSpc>
                <a:spcPts val="1600"/>
              </a:lnSpc>
              <a:spcBef>
                <a:spcPts val="0"/>
              </a:spcBef>
              <a:spcAft>
                <a:spcPts val="0"/>
              </a:spcAft>
              <a:buNone/>
            </a:pPr>
            <a:r>
              <a:rPr lang="en-US" altLang="zh-CN" sz="1600" dirty="0">
                <a:latin typeface="Verdana" panose="020B0604030504040204" pitchFamily="34" charset="0"/>
              </a:rPr>
              <a:t>&lt;hr color="blue"&gt;</a:t>
            </a:r>
          </a:p>
          <a:p>
            <a:pPr marL="0" indent="536575">
              <a:lnSpc>
                <a:spcPts val="1600"/>
              </a:lnSpc>
              <a:spcBef>
                <a:spcPts val="0"/>
              </a:spcBef>
              <a:spcAft>
                <a:spcPts val="0"/>
              </a:spcAft>
              <a:buNone/>
            </a:pPr>
            <a:r>
              <a:rPr lang="en-US" altLang="zh-CN" sz="1600" dirty="0">
                <a:latin typeface="Verdana" panose="020B0604030504040204" pitchFamily="34" charset="0"/>
              </a:rPr>
              <a:t>&lt;p align="center"&gt;</a:t>
            </a:r>
          </a:p>
          <a:p>
            <a:pPr marL="0" indent="536575">
              <a:lnSpc>
                <a:spcPts val="1600"/>
              </a:lnSpc>
              <a:spcBef>
                <a:spcPts val="0"/>
              </a:spcBef>
              <a:spcAft>
                <a:spcPts val="0"/>
              </a:spcAft>
              <a:buNone/>
            </a:pPr>
            <a:r>
              <a:rPr lang="en-US" altLang="zh-CN" sz="1600" dirty="0">
                <a:latin typeface="Verdana" panose="020B0604030504040204" pitchFamily="34" charset="0"/>
              </a:rPr>
              <a:t>&lt;img alt="</a:t>
            </a:r>
            <a:r>
              <a:rPr lang="zh-CN" altLang="en-US" sz="1600" dirty="0">
                <a:latin typeface="Verdana" panose="020B0604030504040204" pitchFamily="34" charset="0"/>
              </a:rPr>
              <a:t>鼠标移动</a:t>
            </a:r>
            <a:r>
              <a:rPr lang="en-US" altLang="zh-CN" sz="1600" dirty="0">
                <a:latin typeface="Verdana" panose="020B0604030504040204" pitchFamily="34" charset="0"/>
              </a:rPr>
              <a:t>" src="eg_mouse2.jpg" id="b1" </a:t>
            </a:r>
            <a:r>
              <a:rPr lang="en-US" altLang="zh-CN" sz="1600" dirty="0" err="1">
                <a:latin typeface="Verdana" panose="020B0604030504040204" pitchFamily="34" charset="0"/>
              </a:rPr>
              <a:t>onmouseover</a:t>
            </a:r>
            <a:r>
              <a:rPr lang="en-US" altLang="zh-CN" sz="1600" dirty="0">
                <a:latin typeface="Verdana" panose="020B0604030504040204" pitchFamily="34" charset="0"/>
              </a:rPr>
              <a:t>="</a:t>
            </a:r>
            <a:r>
              <a:rPr lang="en-US" altLang="zh-CN" sz="1600" dirty="0" err="1">
                <a:latin typeface="Verdana" panose="020B0604030504040204" pitchFamily="34" charset="0"/>
              </a:rPr>
              <a:t>mouseOver</a:t>
            </a:r>
            <a:r>
              <a:rPr lang="en-US" altLang="zh-CN" sz="1600" dirty="0">
                <a:latin typeface="Verdana" panose="020B0604030504040204" pitchFamily="34" charset="0"/>
              </a:rPr>
              <a:t>()" </a:t>
            </a:r>
            <a:r>
              <a:rPr lang="en-US" altLang="zh-CN" sz="1600" dirty="0" err="1">
                <a:latin typeface="Verdana" panose="020B0604030504040204" pitchFamily="34" charset="0"/>
              </a:rPr>
              <a:t>onmouseout</a:t>
            </a:r>
            <a:r>
              <a:rPr lang="en-US" altLang="zh-CN" sz="1600" dirty="0">
                <a:latin typeface="Verdana" panose="020B0604030504040204" pitchFamily="34" charset="0"/>
              </a:rPr>
              <a:t>="</a:t>
            </a:r>
            <a:r>
              <a:rPr lang="en-US" altLang="zh-CN" sz="1600" dirty="0" err="1">
                <a:latin typeface="Verdana" panose="020B0604030504040204" pitchFamily="34" charset="0"/>
              </a:rPr>
              <a:t>mouseOut</a:t>
            </a:r>
            <a:r>
              <a:rPr lang="en-US" altLang="zh-CN" sz="1600" dirty="0">
                <a:latin typeface="Verdana" panose="020B0604030504040204" pitchFamily="34" charset="0"/>
              </a:rPr>
              <a:t>()"/&gt;</a:t>
            </a:r>
          </a:p>
          <a:p>
            <a:pPr marL="0" indent="536575">
              <a:lnSpc>
                <a:spcPts val="1600"/>
              </a:lnSpc>
              <a:spcBef>
                <a:spcPts val="0"/>
              </a:spcBef>
              <a:spcAft>
                <a:spcPts val="0"/>
              </a:spcAft>
              <a:buNone/>
            </a:pPr>
            <a:r>
              <a:rPr lang="en-US" altLang="zh-CN" sz="1600" dirty="0">
                <a:latin typeface="Verdana" panose="020B0604030504040204" pitchFamily="34" charset="0"/>
              </a:rPr>
              <a:t>&lt;/p&gt;</a:t>
            </a:r>
          </a:p>
          <a:p>
            <a:pPr marL="0" indent="0">
              <a:lnSpc>
                <a:spcPts val="1600"/>
              </a:lnSpc>
              <a:spcBef>
                <a:spcPts val="0"/>
              </a:spcBef>
              <a:spcAft>
                <a:spcPts val="0"/>
              </a:spcAft>
              <a:buNone/>
            </a:pPr>
            <a:r>
              <a:rPr lang="en-US" altLang="zh-CN" sz="1600" dirty="0">
                <a:latin typeface="Verdana" panose="020B0604030504040204" pitchFamily="34" charset="0"/>
              </a:rPr>
              <a:t>&lt;/body&gt;</a:t>
            </a:r>
          </a:p>
          <a:p>
            <a:pPr marL="0" indent="0">
              <a:lnSpc>
                <a:spcPts val="1600"/>
              </a:lnSpc>
              <a:spcBef>
                <a:spcPts val="0"/>
              </a:spcBef>
              <a:spcAft>
                <a:spcPts val="0"/>
              </a:spcAft>
              <a:buNone/>
            </a:pPr>
            <a:r>
              <a:rPr lang="en-US" altLang="zh-CN" sz="1600" dirty="0">
                <a:latin typeface="Verdana" panose="020B0604030504040204" pitchFamily="34" charset="0"/>
              </a:rPr>
              <a:t>&lt;/html&gt;</a:t>
            </a:r>
          </a:p>
          <a:p>
            <a:pPr>
              <a:buFont typeface="Wingdings" panose="05000000000000000000" pitchFamily="2" charset="2"/>
              <a:buNone/>
            </a:pPr>
            <a:endParaRPr lang="zh-CN" altLang="zh-CN" dirty="0">
              <a:ea typeface="宋体" panose="02010600030101010101" pitchFamily="2" charset="-122"/>
            </a:endParaRPr>
          </a:p>
        </p:txBody>
      </p:sp>
      <p:pic>
        <p:nvPicPr>
          <p:cNvPr id="6146" name="Picture 2"/>
          <p:cNvPicPr>
            <a:picLocks noChangeAspect="1" noChangeArrowheads="1"/>
          </p:cNvPicPr>
          <p:nvPr/>
        </p:nvPicPr>
        <p:blipFill>
          <a:blip r:embed="rId2" cstate="print"/>
          <a:srcRect/>
          <a:stretch>
            <a:fillRect/>
          </a:stretch>
        </p:blipFill>
        <p:spPr bwMode="auto">
          <a:xfrm>
            <a:off x="2133600" y="2800350"/>
            <a:ext cx="1816100" cy="1854200"/>
          </a:xfrm>
          <a:prstGeom prst="rect">
            <a:avLst/>
          </a:prstGeom>
          <a:noFill/>
          <a:ln w="9525">
            <a:noFill/>
            <a:miter lim="800000"/>
            <a:headEnd/>
            <a:tailEnd/>
          </a:ln>
        </p:spPr>
      </p:pic>
      <p:pic>
        <p:nvPicPr>
          <p:cNvPr id="6147" name="Picture 3"/>
          <p:cNvPicPr>
            <a:picLocks noChangeAspect="1" noChangeArrowheads="1"/>
          </p:cNvPicPr>
          <p:nvPr/>
        </p:nvPicPr>
        <p:blipFill>
          <a:blip r:embed="rId3" cstate="print"/>
          <a:srcRect/>
          <a:stretch>
            <a:fillRect/>
          </a:stretch>
        </p:blipFill>
        <p:spPr bwMode="auto">
          <a:xfrm>
            <a:off x="4800600" y="2800350"/>
            <a:ext cx="1752600" cy="178936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anim calcmode="lin" valueType="num">
                                      <p:cBhvr additive="base">
                                        <p:cTn id="7" dur="500" fill="hold"/>
                                        <p:tgtEl>
                                          <p:spTgt spid="148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8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8483">
                                            <p:txEl>
                                              <p:pRg st="1" end="1"/>
                                            </p:txEl>
                                          </p:spTgt>
                                        </p:tgtEl>
                                        <p:attrNameLst>
                                          <p:attrName>style.visibility</p:attrName>
                                        </p:attrNameLst>
                                      </p:cBhvr>
                                      <p:to>
                                        <p:strVal val="visible"/>
                                      </p:to>
                                    </p:set>
                                    <p:anim calcmode="lin" valueType="num">
                                      <p:cBhvr additive="base">
                                        <p:cTn id="13" dur="500" fill="hold"/>
                                        <p:tgtEl>
                                          <p:spTgt spid="1484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8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8483">
                                            <p:txEl>
                                              <p:pRg st="2" end="2"/>
                                            </p:txEl>
                                          </p:spTgt>
                                        </p:tgtEl>
                                        <p:attrNameLst>
                                          <p:attrName>style.visibility</p:attrName>
                                        </p:attrNameLst>
                                      </p:cBhvr>
                                      <p:to>
                                        <p:strVal val="visible"/>
                                      </p:to>
                                    </p:set>
                                    <p:anim calcmode="lin" valueType="num">
                                      <p:cBhvr additive="base">
                                        <p:cTn id="19" dur="500" fill="hold"/>
                                        <p:tgtEl>
                                          <p:spTgt spid="1484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84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8483">
                                            <p:txEl>
                                              <p:pRg st="3" end="3"/>
                                            </p:txEl>
                                          </p:spTgt>
                                        </p:tgtEl>
                                        <p:attrNameLst>
                                          <p:attrName>style.visibility</p:attrName>
                                        </p:attrNameLst>
                                      </p:cBhvr>
                                      <p:to>
                                        <p:strVal val="visible"/>
                                      </p:to>
                                    </p:set>
                                    <p:anim calcmode="lin" valueType="num">
                                      <p:cBhvr additive="base">
                                        <p:cTn id="25" dur="500" fill="hold"/>
                                        <p:tgtEl>
                                          <p:spTgt spid="14848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84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8483">
                                            <p:txEl>
                                              <p:pRg st="4" end="4"/>
                                            </p:txEl>
                                          </p:spTgt>
                                        </p:tgtEl>
                                        <p:attrNameLst>
                                          <p:attrName>style.visibility</p:attrName>
                                        </p:attrNameLst>
                                      </p:cBhvr>
                                      <p:to>
                                        <p:strVal val="visible"/>
                                      </p:to>
                                    </p:set>
                                    <p:anim calcmode="lin" valueType="num">
                                      <p:cBhvr additive="base">
                                        <p:cTn id="31" dur="500" fill="hold"/>
                                        <p:tgtEl>
                                          <p:spTgt spid="14848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848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8483">
                                            <p:txEl>
                                              <p:pRg st="5" end="5"/>
                                            </p:txEl>
                                          </p:spTgt>
                                        </p:tgtEl>
                                        <p:attrNameLst>
                                          <p:attrName>style.visibility</p:attrName>
                                        </p:attrNameLst>
                                      </p:cBhvr>
                                      <p:to>
                                        <p:strVal val="visible"/>
                                      </p:to>
                                    </p:set>
                                    <p:anim calcmode="lin" valueType="num">
                                      <p:cBhvr additive="base">
                                        <p:cTn id="37" dur="500" fill="hold"/>
                                        <p:tgtEl>
                                          <p:spTgt spid="14848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848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48483">
                                            <p:txEl>
                                              <p:pRg st="6" end="6"/>
                                            </p:txEl>
                                          </p:spTgt>
                                        </p:tgtEl>
                                        <p:attrNameLst>
                                          <p:attrName>style.visibility</p:attrName>
                                        </p:attrNameLst>
                                      </p:cBhvr>
                                      <p:to>
                                        <p:strVal val="visible"/>
                                      </p:to>
                                    </p:set>
                                    <p:anim calcmode="lin" valueType="num">
                                      <p:cBhvr additive="base">
                                        <p:cTn id="43" dur="500" fill="hold"/>
                                        <p:tgtEl>
                                          <p:spTgt spid="14848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4848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48483">
                                            <p:txEl>
                                              <p:pRg st="7" end="7"/>
                                            </p:txEl>
                                          </p:spTgt>
                                        </p:tgtEl>
                                        <p:attrNameLst>
                                          <p:attrName>style.visibility</p:attrName>
                                        </p:attrNameLst>
                                      </p:cBhvr>
                                      <p:to>
                                        <p:strVal val="visible"/>
                                      </p:to>
                                    </p:set>
                                    <p:anim calcmode="lin" valueType="num">
                                      <p:cBhvr additive="base">
                                        <p:cTn id="49" dur="500" fill="hold"/>
                                        <p:tgtEl>
                                          <p:spTgt spid="14848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4848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lstStyle/>
          <a:p>
            <a:r>
              <a:rPr lang="en-US" altLang="zh-CN" dirty="0"/>
              <a:t>15.4 </a:t>
            </a:r>
            <a:r>
              <a:rPr lang="zh-CN" altLang="en-US" dirty="0"/>
              <a:t>键盘事件</a:t>
            </a:r>
          </a:p>
        </p:txBody>
      </p:sp>
      <p:graphicFrame>
        <p:nvGraphicFramePr>
          <p:cNvPr id="5" name="Group 36"/>
          <p:cNvGraphicFramePr>
            <a:graphicFrameLocks noGrp="1"/>
          </p:cNvGraphicFramePr>
          <p:nvPr/>
        </p:nvGraphicFramePr>
        <p:xfrm>
          <a:off x="780604" y="1053702"/>
          <a:ext cx="8134797" cy="1403748"/>
        </p:xfrm>
        <a:graphic>
          <a:graphicData uri="http://schemas.openxmlformats.org/drawingml/2006/table">
            <a:tbl>
              <a:tblPr>
                <a:tableStyleId>{5DA37D80-6434-44D0-A028-1B22A696006F}</a:tableStyleId>
              </a:tblPr>
              <a:tblGrid>
                <a:gridCol w="1352996">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4724401">
                  <a:extLst>
                    <a:ext uri="{9D8B030D-6E8A-4147-A177-3AD203B41FA5}">
                      <a16:colId xmlns:a16="http://schemas.microsoft.com/office/drawing/2014/main" val="20002"/>
                    </a:ext>
                  </a:extLst>
                </a:gridCol>
              </a:tblGrid>
              <a:tr h="35361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pitchFamily="34" charset="-122"/>
                          <a:ea typeface="微软雅黑" panose="020B0503020204020204" pitchFamily="34" charset="-122"/>
                        </a:rPr>
                        <a:t>事件分类</a:t>
                      </a:r>
                      <a:endParaRPr kumimoji="0"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pitchFamily="34" charset="-122"/>
                          <a:ea typeface="微软雅黑" panose="020B0503020204020204" pitchFamily="34" charset="-122"/>
                        </a:rPr>
                        <a:t>事件句柄</a:t>
                      </a:r>
                      <a:endParaRPr kumimoji="0"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a:ln>
                            <a:noFill/>
                          </a:ln>
                          <a:effectLst/>
                          <a:latin typeface="微软雅黑" panose="020B0503020204020204" pitchFamily="34" charset="-122"/>
                          <a:ea typeface="微软雅黑" panose="020B0503020204020204" pitchFamily="34" charset="-122"/>
                        </a:rPr>
                        <a:t>事件</a:t>
                      </a:r>
                      <a:endParaRPr kumimoji="0" lang="zh-CN" altLang="en-US" sz="14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0"/>
                  </a:ext>
                </a:extLst>
              </a:tr>
              <a:tr h="342900">
                <a:tc row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pitchFamily="34" charset="-122"/>
                          <a:ea typeface="微软雅黑" panose="020B0503020204020204" pitchFamily="34" charset="-122"/>
                        </a:rPr>
                        <a:t>键盘事件</a:t>
                      </a:r>
                      <a:endParaRPr kumimoji="0"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u="none" strike="noStrike" cap="none" normalizeH="0" baseline="0" dirty="0" err="1">
                          <a:ln>
                            <a:noFill/>
                          </a:ln>
                          <a:effectLst/>
                          <a:latin typeface="微软雅黑" panose="020B0503020204020204" pitchFamily="34" charset="-122"/>
                          <a:ea typeface="微软雅黑" panose="020B0503020204020204" pitchFamily="34" charset="-122"/>
                        </a:rPr>
                        <a:t>onkeydown</a:t>
                      </a:r>
                      <a:endParaRPr kumimoji="0" lang="en-US"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pitchFamily="34" charset="-122"/>
                          <a:ea typeface="微软雅黑" panose="020B0503020204020204" pitchFamily="34" charset="-122"/>
                        </a:rPr>
                        <a:t>当键盘被按下时执行脚本 </a:t>
                      </a:r>
                      <a:endParaRPr kumimoji="0"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1"/>
                  </a:ext>
                </a:extLst>
              </a:tr>
              <a:tr h="353616">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u="none" strike="noStrike" cap="none" normalizeH="0" baseline="0" dirty="0" err="1">
                          <a:ln>
                            <a:noFill/>
                          </a:ln>
                          <a:effectLst/>
                          <a:latin typeface="微软雅黑" panose="020B0503020204020204" pitchFamily="34" charset="-122"/>
                          <a:ea typeface="微软雅黑" panose="020B0503020204020204" pitchFamily="34" charset="-122"/>
                        </a:rPr>
                        <a:t>onkeypress</a:t>
                      </a:r>
                      <a:endParaRPr kumimoji="0" lang="en-US"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effectLst/>
                          <a:latin typeface="微软雅黑" panose="020B0503020204020204" pitchFamily="34" charset="-122"/>
                          <a:ea typeface="微软雅黑" panose="020B0503020204020204" pitchFamily="34" charset="-122"/>
                        </a:rPr>
                        <a:t>当键盘被按下后又松开时执行脚本</a:t>
                      </a:r>
                      <a:endParaRPr kumimoji="0"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2"/>
                  </a:ext>
                </a:extLst>
              </a:tr>
              <a:tr h="353616">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u="none" strike="noStrike" cap="none" normalizeH="0" baseline="0">
                          <a:ln>
                            <a:noFill/>
                          </a:ln>
                          <a:effectLst/>
                          <a:latin typeface="微软雅黑" panose="020B0503020204020204" pitchFamily="34" charset="-122"/>
                          <a:ea typeface="微软雅黑" panose="020B0503020204020204" pitchFamily="34" charset="-122"/>
                        </a:rPr>
                        <a:t>onkeyup</a:t>
                      </a:r>
                      <a:endParaRPr kumimoji="0" lang="en-US" altLang="zh-CN" sz="18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当键盘被松开时执行脚本</a:t>
                      </a:r>
                      <a:endParaRPr kumimoji="0" lang="zh-CN" altLang="en-US" sz="1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T="34290" marB="34290" horzOverflow="overflow"/>
                </a:tc>
                <a:extLst>
                  <a:ext uri="{0D108BD9-81ED-4DB2-BD59-A6C34878D82A}">
                    <a16:rowId xmlns:a16="http://schemas.microsoft.com/office/drawing/2014/main" val="10003"/>
                  </a:ext>
                </a:extLst>
              </a:tr>
            </a:tbl>
          </a:graphicData>
        </a:graphic>
      </p:graphicFrame>
      <p:sp>
        <p:nvSpPr>
          <p:cNvPr id="6" name="Rectangle 33"/>
          <p:cNvSpPr>
            <a:spLocks noChangeArrowheads="1"/>
          </p:cNvSpPr>
          <p:nvPr/>
        </p:nvSpPr>
        <p:spPr bwMode="gray">
          <a:xfrm>
            <a:off x="560386" y="2813604"/>
            <a:ext cx="8431214" cy="1218795"/>
          </a:xfrm>
          <a:prstGeom prst="rect">
            <a:avLst/>
          </a:prstGeom>
          <a:solidFill>
            <a:schemeClr val="bg1"/>
          </a:solidFill>
          <a:ln w="38100" algn="ctr">
            <a:solidFill>
              <a:schemeClr val="bg1"/>
            </a:solidFill>
            <a:miter lim="800000"/>
          </a:ln>
          <a:effectLst/>
        </p:spPr>
        <p:txBody>
          <a:bodyPr wrap="square" anchor="ctr">
            <a:spAutoFit/>
          </a:bodyPr>
          <a:lstStyle/>
          <a:p>
            <a:pPr>
              <a:lnSpc>
                <a:spcPct val="100000"/>
              </a:lnSpc>
              <a:spcAft>
                <a:spcPts val="600"/>
              </a:spcAft>
            </a:pPr>
            <a:r>
              <a:rPr lang="zh-CN" altLang="en-US" dirty="0">
                <a:solidFill>
                  <a:schemeClr val="tx2"/>
                </a:solidFill>
              </a:rPr>
              <a:t>    </a:t>
            </a:r>
            <a:r>
              <a:rPr lang="zh-CN" altLang="en-US" b="0" dirty="0">
                <a:solidFill>
                  <a:schemeClr val="tx2"/>
                </a:solidFill>
                <a:latin typeface="微软雅黑" panose="020B0503020204020204" pitchFamily="34" charset="-122"/>
                <a:ea typeface="微软雅黑" panose="020B0503020204020204" pitchFamily="34" charset="-122"/>
              </a:rPr>
              <a:t>通过 </a:t>
            </a:r>
            <a:r>
              <a:rPr lang="en-US" altLang="zh-CN" b="0" dirty="0">
                <a:solidFill>
                  <a:schemeClr val="tx2"/>
                </a:solidFill>
                <a:latin typeface="微软雅黑" panose="020B0503020204020204" pitchFamily="34" charset="-122"/>
                <a:ea typeface="微软雅黑" panose="020B0503020204020204" pitchFamily="34" charset="-122"/>
              </a:rPr>
              <a:t>window</a:t>
            </a:r>
            <a:r>
              <a:rPr lang="zh-CN" altLang="en-US" b="0" dirty="0">
                <a:solidFill>
                  <a:schemeClr val="tx2"/>
                </a:solidFill>
                <a:latin typeface="微软雅黑" panose="020B0503020204020204" pitchFamily="34" charset="-122"/>
                <a:ea typeface="微软雅黑" panose="020B0503020204020204" pitchFamily="34" charset="-122"/>
              </a:rPr>
              <a:t>的</a:t>
            </a:r>
            <a:r>
              <a:rPr lang="en-US" altLang="zh-CN" b="0" dirty="0">
                <a:solidFill>
                  <a:srgbClr val="FF0000"/>
                </a:solidFill>
                <a:latin typeface="微软雅黑" panose="020B0503020204020204" pitchFamily="34" charset="-122"/>
                <a:ea typeface="微软雅黑" panose="020B0503020204020204" pitchFamily="34" charset="-122"/>
              </a:rPr>
              <a:t>event</a:t>
            </a:r>
            <a:r>
              <a:rPr lang="zh-CN" altLang="en-US" b="0" dirty="0">
                <a:solidFill>
                  <a:schemeClr val="tx2"/>
                </a:solidFill>
                <a:latin typeface="微软雅黑" panose="020B0503020204020204" pitchFamily="34" charset="-122"/>
                <a:ea typeface="微软雅黑" panose="020B0503020204020204" pitchFamily="34" charset="-122"/>
              </a:rPr>
              <a:t>对象的</a:t>
            </a:r>
            <a:r>
              <a:rPr lang="en-US" altLang="zh-CN" b="0" dirty="0" err="1">
                <a:solidFill>
                  <a:srgbClr val="FF0000"/>
                </a:solidFill>
                <a:latin typeface="微软雅黑" panose="020B0503020204020204" pitchFamily="34" charset="-122"/>
                <a:ea typeface="微软雅黑" panose="020B0503020204020204" pitchFamily="34" charset="-122"/>
              </a:rPr>
              <a:t>keyCode</a:t>
            </a:r>
            <a:r>
              <a:rPr lang="zh-CN" altLang="en-US" b="0" dirty="0">
                <a:solidFill>
                  <a:schemeClr val="tx2"/>
                </a:solidFill>
                <a:latin typeface="微软雅黑" panose="020B0503020204020204" pitchFamily="34" charset="-122"/>
                <a:ea typeface="微软雅黑" panose="020B0503020204020204" pitchFamily="34" charset="-122"/>
              </a:rPr>
              <a:t>属性来获取按键代码的值，其中：回车：</a:t>
            </a:r>
            <a:r>
              <a:rPr lang="en-US" altLang="zh-CN" b="0" dirty="0">
                <a:solidFill>
                  <a:schemeClr val="tx2"/>
                </a:solidFill>
                <a:latin typeface="微软雅黑" panose="020B0503020204020204" pitchFamily="34" charset="-122"/>
                <a:ea typeface="微软雅黑" panose="020B0503020204020204" pitchFamily="34" charset="-122"/>
              </a:rPr>
              <a:t>13</a:t>
            </a:r>
            <a:r>
              <a:rPr lang="zh-CN" altLang="en-US" b="0" dirty="0">
                <a:solidFill>
                  <a:schemeClr val="tx2"/>
                </a:solidFill>
                <a:latin typeface="微软雅黑" panose="020B0503020204020204" pitchFamily="34" charset="-122"/>
                <a:ea typeface="微软雅黑" panose="020B0503020204020204" pitchFamily="34" charset="-122"/>
              </a:rPr>
              <a:t>，</a:t>
            </a:r>
            <a:r>
              <a:rPr lang="en-US" altLang="zh-CN" b="0" dirty="0">
                <a:solidFill>
                  <a:schemeClr val="tx2"/>
                </a:solidFill>
                <a:latin typeface="微软雅黑" panose="020B0503020204020204" pitchFamily="34" charset="-122"/>
                <a:ea typeface="微软雅黑" panose="020B0503020204020204" pitchFamily="34" charset="-122"/>
              </a:rPr>
              <a:t>0</a:t>
            </a:r>
            <a:r>
              <a:rPr lang="zh-CN" altLang="en-US" b="0" dirty="0">
                <a:solidFill>
                  <a:schemeClr val="tx2"/>
                </a:solidFill>
                <a:latin typeface="微软雅黑" panose="020B0503020204020204" pitchFamily="34" charset="-122"/>
                <a:ea typeface="微软雅黑" panose="020B0503020204020204" pitchFamily="34" charset="-122"/>
              </a:rPr>
              <a:t>～</a:t>
            </a:r>
            <a:r>
              <a:rPr lang="en-US" altLang="zh-CN" b="0" dirty="0">
                <a:solidFill>
                  <a:schemeClr val="tx2"/>
                </a:solidFill>
                <a:latin typeface="微软雅黑" panose="020B0503020204020204" pitchFamily="34" charset="-122"/>
                <a:ea typeface="微软雅黑" panose="020B0503020204020204" pitchFamily="34" charset="-122"/>
              </a:rPr>
              <a:t>9</a:t>
            </a:r>
            <a:r>
              <a:rPr lang="zh-CN" altLang="en-US" b="0" dirty="0">
                <a:solidFill>
                  <a:schemeClr val="tx2"/>
                </a:solidFill>
                <a:latin typeface="微软雅黑" panose="020B0503020204020204" pitchFamily="34" charset="-122"/>
                <a:ea typeface="微软雅黑" panose="020B0503020204020204" pitchFamily="34" charset="-122"/>
              </a:rPr>
              <a:t>：</a:t>
            </a:r>
            <a:r>
              <a:rPr lang="en-US" altLang="zh-CN" b="0" dirty="0">
                <a:solidFill>
                  <a:schemeClr val="tx2"/>
                </a:solidFill>
                <a:latin typeface="微软雅黑" panose="020B0503020204020204" pitchFamily="34" charset="-122"/>
                <a:ea typeface="微软雅黑" panose="020B0503020204020204" pitchFamily="34" charset="-122"/>
              </a:rPr>
              <a:t>48</a:t>
            </a:r>
            <a:r>
              <a:rPr lang="zh-CN" altLang="en-US" b="0" dirty="0">
                <a:solidFill>
                  <a:schemeClr val="tx2"/>
                </a:solidFill>
                <a:latin typeface="微软雅黑" panose="020B0503020204020204" pitchFamily="34" charset="-122"/>
                <a:ea typeface="微软雅黑" panose="020B0503020204020204" pitchFamily="34" charset="-122"/>
              </a:rPr>
              <a:t>～</a:t>
            </a:r>
            <a:r>
              <a:rPr lang="en-US" altLang="zh-CN" b="0" dirty="0">
                <a:solidFill>
                  <a:schemeClr val="tx2"/>
                </a:solidFill>
                <a:latin typeface="微软雅黑" panose="020B0503020204020204" pitchFamily="34" charset="-122"/>
                <a:ea typeface="微软雅黑" panose="020B0503020204020204" pitchFamily="34" charset="-122"/>
              </a:rPr>
              <a:t>57;Aa</a:t>
            </a:r>
            <a:r>
              <a:rPr lang="zh-CN" altLang="en-US" b="0" dirty="0">
                <a:solidFill>
                  <a:schemeClr val="tx2"/>
                </a:solidFill>
                <a:latin typeface="微软雅黑" panose="020B0503020204020204" pitchFamily="34" charset="-122"/>
                <a:ea typeface="微软雅黑" panose="020B0503020204020204" pitchFamily="34" charset="-122"/>
              </a:rPr>
              <a:t>～</a:t>
            </a:r>
            <a:r>
              <a:rPr lang="en-US" altLang="zh-CN" b="0" dirty="0">
                <a:solidFill>
                  <a:schemeClr val="tx2"/>
                </a:solidFill>
                <a:latin typeface="微软雅黑" panose="020B0503020204020204" pitchFamily="34" charset="-122"/>
                <a:ea typeface="微软雅黑" panose="020B0503020204020204" pitchFamily="34" charset="-122"/>
              </a:rPr>
              <a:t>Zz:65</a:t>
            </a:r>
            <a:r>
              <a:rPr lang="zh-CN" altLang="en-US" b="0" dirty="0">
                <a:solidFill>
                  <a:schemeClr val="tx2"/>
                </a:solidFill>
                <a:latin typeface="微软雅黑" panose="020B0503020204020204" pitchFamily="34" charset="-122"/>
                <a:ea typeface="微软雅黑" panose="020B0503020204020204" pitchFamily="34" charset="-122"/>
              </a:rPr>
              <a:t>～</a:t>
            </a:r>
            <a:r>
              <a:rPr lang="en-US" altLang="zh-CN" b="0" dirty="0">
                <a:solidFill>
                  <a:schemeClr val="tx2"/>
                </a:solidFill>
                <a:latin typeface="微软雅黑" panose="020B0503020204020204" pitchFamily="34" charset="-122"/>
                <a:ea typeface="微软雅黑" panose="020B0503020204020204" pitchFamily="34" charset="-122"/>
              </a:rPr>
              <a:t>90; </a:t>
            </a:r>
          </a:p>
          <a:p>
            <a:pPr algn="l"/>
            <a:r>
              <a:rPr lang="en-US" altLang="zh-CN" b="0" dirty="0">
                <a:solidFill>
                  <a:schemeClr val="tx2"/>
                </a:solidFill>
                <a:latin typeface="微软雅黑" panose="020B0503020204020204" pitchFamily="34" charset="-122"/>
                <a:ea typeface="微软雅黑" panose="020B0503020204020204" pitchFamily="34" charset="-122"/>
              </a:rPr>
              <a:t>  </a:t>
            </a:r>
            <a:r>
              <a:rPr lang="zh-CN" altLang="en-US" b="0" dirty="0">
                <a:solidFill>
                  <a:schemeClr val="tx2"/>
                </a:solidFill>
                <a:latin typeface="微软雅黑" panose="020B0503020204020204" pitchFamily="34" charset="-122"/>
                <a:ea typeface="微软雅黑" panose="020B0503020204020204" pitchFamily="34" charset="-122"/>
              </a:rPr>
              <a:t>使用方法：</a:t>
            </a:r>
            <a:r>
              <a:rPr lang="en-US" altLang="zh-CN" b="0" dirty="0" err="1">
                <a:solidFill>
                  <a:schemeClr val="tx2"/>
                </a:solidFill>
                <a:latin typeface="微软雅黑" panose="020B0503020204020204" pitchFamily="34" charset="-122"/>
                <a:ea typeface="微软雅黑" panose="020B0503020204020204" pitchFamily="34" charset="-122"/>
              </a:rPr>
              <a:t>window.event.keyCode</a:t>
            </a:r>
            <a:r>
              <a:rPr lang="zh-CN" altLang="en-US" b="0" dirty="0">
                <a:solidFill>
                  <a:schemeClr val="tx2"/>
                </a:solidFill>
                <a:latin typeface="微软雅黑" panose="020B0503020204020204" pitchFamily="34" charset="-122"/>
                <a:ea typeface="微软雅黑" panose="020B0503020204020204" pitchFamily="34" charset="-122"/>
              </a:rPr>
              <a:t>或</a:t>
            </a:r>
            <a:r>
              <a:rPr lang="en-US" altLang="zh-CN" b="0" dirty="0" err="1">
                <a:solidFill>
                  <a:schemeClr val="tx2"/>
                </a:solidFill>
                <a:latin typeface="微软雅黑" panose="020B0503020204020204" pitchFamily="34" charset="-122"/>
                <a:ea typeface="微软雅黑" panose="020B0503020204020204" pitchFamily="34" charset="-122"/>
              </a:rPr>
              <a:t>event.keyCode</a:t>
            </a:r>
            <a:r>
              <a:rPr lang="zh-CN" altLang="en-US" b="0" dirty="0">
                <a:solidFill>
                  <a:schemeClr val="tx2"/>
                </a:solidFill>
                <a:latin typeface="微软雅黑" panose="020B0503020204020204" pitchFamily="34" charset="-122"/>
                <a:ea typeface="微软雅黑" panose="020B0503020204020204"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edge">
                                      <p:cBhvr>
                                        <p:cTn id="1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r>
              <a:rPr lang="en-US" altLang="zh-CN" dirty="0"/>
              <a:t>15.4 </a:t>
            </a:r>
            <a:r>
              <a:rPr lang="zh-CN" altLang="en-US" dirty="0"/>
              <a:t>键盘事件</a:t>
            </a:r>
            <a:r>
              <a:rPr lang="en-US" altLang="zh-CN" dirty="0"/>
              <a:t>-</a:t>
            </a:r>
            <a:r>
              <a:rPr lang="zh-CN" altLang="en-US" dirty="0"/>
              <a:t>案例</a:t>
            </a:r>
          </a:p>
        </p:txBody>
      </p:sp>
      <p:sp>
        <p:nvSpPr>
          <p:cNvPr id="151555" name="Rectangle 3"/>
          <p:cNvSpPr>
            <a:spLocks noGrp="1" noChangeArrowheads="1"/>
          </p:cNvSpPr>
          <p:nvPr>
            <p:ph idx="1"/>
          </p:nvPr>
        </p:nvSpPr>
        <p:spPr>
          <a:xfrm>
            <a:off x="533401" y="810817"/>
            <a:ext cx="4495799" cy="3875483"/>
          </a:xfrm>
        </p:spPr>
        <p:txBody>
          <a:bodyPr/>
          <a:lstStyle/>
          <a:p>
            <a:pPr marL="0">
              <a:lnSpc>
                <a:spcPts val="1400"/>
              </a:lnSpc>
              <a:spcBef>
                <a:spcPts val="0"/>
              </a:spcBef>
              <a:spcAft>
                <a:spcPts val="0"/>
              </a:spcAft>
              <a:buNone/>
            </a:pPr>
            <a:r>
              <a:rPr lang="en-US" altLang="zh-CN" sz="1400" dirty="0">
                <a:ea typeface="宋体" panose="02010600030101010101" pitchFamily="2" charset="-122"/>
              </a:rPr>
              <a:t>&lt;!--  edu_15_4_1.html --&gt;</a:t>
            </a:r>
          </a:p>
          <a:p>
            <a:pPr marL="0">
              <a:lnSpc>
                <a:spcPts val="1400"/>
              </a:lnSpc>
              <a:spcBef>
                <a:spcPts val="0"/>
              </a:spcBef>
              <a:spcAft>
                <a:spcPts val="0"/>
              </a:spcAft>
              <a:buNone/>
            </a:pPr>
            <a:r>
              <a:rPr lang="en-US" altLang="zh-CN" sz="1400" dirty="0">
                <a:ea typeface="宋体" panose="02010600030101010101" pitchFamily="2" charset="-122"/>
              </a:rPr>
              <a:t>&lt;html&gt;</a:t>
            </a:r>
          </a:p>
          <a:p>
            <a:pPr marL="0">
              <a:lnSpc>
                <a:spcPts val="1400"/>
              </a:lnSpc>
              <a:spcBef>
                <a:spcPts val="0"/>
              </a:spcBef>
              <a:spcAft>
                <a:spcPts val="0"/>
              </a:spcAft>
              <a:buNone/>
            </a:pPr>
            <a:r>
              <a:rPr lang="en-US" altLang="zh-CN" sz="1400" dirty="0">
                <a:ea typeface="宋体" panose="02010600030101010101" pitchFamily="2" charset="-122"/>
              </a:rPr>
              <a:t>&lt;head&gt;&lt;title&gt;</a:t>
            </a:r>
            <a:r>
              <a:rPr lang="zh-CN" altLang="en-US" sz="1400" dirty="0">
                <a:ea typeface="宋体" panose="02010600030101010101" pitchFamily="2" charset="-122"/>
              </a:rPr>
              <a:t>键盘事件举例</a:t>
            </a:r>
            <a:r>
              <a:rPr lang="en-US" altLang="zh-CN" sz="1400" dirty="0">
                <a:ea typeface="宋体" panose="02010600030101010101" pitchFamily="2" charset="-122"/>
              </a:rPr>
              <a:t>&lt;/title&gt;</a:t>
            </a:r>
          </a:p>
          <a:p>
            <a:pPr marL="0">
              <a:lnSpc>
                <a:spcPts val="1400"/>
              </a:lnSpc>
              <a:spcBef>
                <a:spcPts val="0"/>
              </a:spcBef>
              <a:spcAft>
                <a:spcPts val="0"/>
              </a:spcAft>
              <a:buNone/>
            </a:pPr>
            <a:r>
              <a:rPr lang="en-US" altLang="zh-CN" sz="1400" dirty="0">
                <a:ea typeface="宋体" panose="02010600030101010101" pitchFamily="2" charset="-122"/>
              </a:rPr>
              <a:t>&lt;script type="text/</a:t>
            </a:r>
            <a:r>
              <a:rPr lang="en-US" altLang="zh-CN" sz="1400" dirty="0" err="1">
                <a:ea typeface="宋体" panose="02010600030101010101" pitchFamily="2" charset="-122"/>
              </a:rPr>
              <a:t>javascript</a:t>
            </a:r>
            <a:r>
              <a:rPr lang="en-US" altLang="zh-CN" sz="1400" dirty="0">
                <a:ea typeface="宋体" panose="02010600030101010101" pitchFamily="2" charset="-122"/>
              </a:rPr>
              <a:t>"&gt;</a:t>
            </a:r>
          </a:p>
          <a:p>
            <a:pPr marL="0">
              <a:lnSpc>
                <a:spcPts val="1400"/>
              </a:lnSpc>
              <a:spcBef>
                <a:spcPts val="0"/>
              </a:spcBef>
              <a:spcAft>
                <a:spcPts val="0"/>
              </a:spcAft>
              <a:buNone/>
            </a:pPr>
            <a:r>
              <a:rPr lang="en-US" altLang="zh-CN" sz="1400" dirty="0">
                <a:ea typeface="宋体" panose="02010600030101010101" pitchFamily="2" charset="-122"/>
              </a:rPr>
              <a:t>function </a:t>
            </a:r>
            <a:r>
              <a:rPr lang="en-US" altLang="zh-CN" sz="1400" dirty="0" err="1">
                <a:ea typeface="宋体" panose="02010600030101010101" pitchFamily="2" charset="-122"/>
              </a:rPr>
              <a:t>k_press</a:t>
            </a:r>
            <a:r>
              <a:rPr lang="en-US" altLang="zh-CN" sz="1400" dirty="0">
                <a:ea typeface="宋体" panose="02010600030101010101" pitchFamily="2" charset="-122"/>
              </a:rPr>
              <a:t>(){</a:t>
            </a:r>
          </a:p>
          <a:p>
            <a:pPr marL="0">
              <a:lnSpc>
                <a:spcPts val="1400"/>
              </a:lnSpc>
              <a:spcBef>
                <a:spcPts val="0"/>
              </a:spcBef>
              <a:spcAft>
                <a:spcPts val="0"/>
              </a:spcAft>
              <a:buNone/>
            </a:pPr>
            <a:r>
              <a:rPr lang="zh-CN" altLang="en-US" sz="1400" dirty="0">
                <a:ea typeface="宋体" panose="02010600030101010101" pitchFamily="2" charset="-122"/>
              </a:rPr>
              <a:t>    </a:t>
            </a:r>
            <a:r>
              <a:rPr lang="en-US" altLang="zh-CN" sz="1400" dirty="0">
                <a:ea typeface="宋体" panose="02010600030101010101" pitchFamily="2" charset="-122"/>
              </a:rPr>
              <a:t>if(</a:t>
            </a:r>
            <a:r>
              <a:rPr lang="en-US" altLang="zh-CN" sz="1400" dirty="0" err="1">
                <a:ea typeface="宋体" panose="02010600030101010101" pitchFamily="2" charset="-122"/>
              </a:rPr>
              <a:t>window.event.keyCode</a:t>
            </a:r>
            <a:r>
              <a:rPr lang="en-US" altLang="zh-CN" sz="1400" dirty="0">
                <a:ea typeface="宋体" panose="02010600030101010101" pitchFamily="2" charset="-122"/>
              </a:rPr>
              <a:t>!=13){</a:t>
            </a:r>
          </a:p>
          <a:p>
            <a:pPr marL="0">
              <a:lnSpc>
                <a:spcPts val="1400"/>
              </a:lnSpc>
              <a:spcBef>
                <a:spcPts val="0"/>
              </a:spcBef>
              <a:spcAft>
                <a:spcPts val="0"/>
              </a:spcAft>
              <a:buNone/>
            </a:pPr>
            <a:r>
              <a:rPr lang="en-US" altLang="zh-CN" sz="1400" dirty="0">
                <a:ea typeface="宋体" panose="02010600030101010101" pitchFamily="2" charset="-122"/>
              </a:rPr>
              <a:t>      if(</a:t>
            </a:r>
            <a:r>
              <a:rPr lang="en-US" altLang="zh-CN" sz="1400" dirty="0" err="1">
                <a:ea typeface="宋体" panose="02010600030101010101" pitchFamily="2" charset="-122"/>
              </a:rPr>
              <a:t>event.keyCode</a:t>
            </a:r>
            <a:r>
              <a:rPr lang="en-US" altLang="zh-CN" sz="1400" dirty="0">
                <a:ea typeface="宋体" panose="02010600030101010101" pitchFamily="2" charset="-122"/>
              </a:rPr>
              <a:t>&lt;48 || </a:t>
            </a:r>
            <a:r>
              <a:rPr lang="en-US" altLang="zh-CN" sz="1400" dirty="0" err="1">
                <a:ea typeface="宋体" panose="02010600030101010101" pitchFamily="2" charset="-122"/>
              </a:rPr>
              <a:t>event.keyCode</a:t>
            </a:r>
            <a:r>
              <a:rPr lang="en-US" altLang="zh-CN" sz="1400" dirty="0">
                <a:ea typeface="宋体" panose="02010600030101010101" pitchFamily="2" charset="-122"/>
              </a:rPr>
              <a:t>&gt;57</a:t>
            </a:r>
          </a:p>
          <a:p>
            <a:pPr marL="0">
              <a:lnSpc>
                <a:spcPts val="1400"/>
              </a:lnSpc>
              <a:spcBef>
                <a:spcPts val="0"/>
              </a:spcBef>
              <a:spcAft>
                <a:spcPts val="0"/>
              </a:spcAft>
              <a:buNone/>
            </a:pPr>
            <a:r>
              <a:rPr lang="zh-CN" altLang="en-US" sz="1400" dirty="0">
                <a:ea typeface="宋体" panose="02010600030101010101" pitchFamily="2" charset="-122"/>
              </a:rPr>
              <a:t>      </a:t>
            </a:r>
            <a:r>
              <a:rPr lang="en-US" altLang="zh-CN" sz="1400" dirty="0">
                <a:ea typeface="宋体" panose="02010600030101010101" pitchFamily="2" charset="-122"/>
              </a:rPr>
              <a:t>{alert("</a:t>
            </a:r>
            <a:r>
              <a:rPr lang="zh-CN" altLang="en-US" sz="1400" dirty="0">
                <a:ea typeface="宋体" panose="02010600030101010101" pitchFamily="2" charset="-122"/>
              </a:rPr>
              <a:t>你输入学号错误！</a:t>
            </a:r>
            <a:r>
              <a:rPr lang="en-US" altLang="zh-CN" sz="1400" dirty="0">
                <a:ea typeface="宋体" panose="02010600030101010101" pitchFamily="2" charset="-122"/>
              </a:rPr>
              <a:t>");}</a:t>
            </a:r>
          </a:p>
          <a:p>
            <a:pPr marL="0">
              <a:lnSpc>
                <a:spcPts val="1400"/>
              </a:lnSpc>
              <a:spcBef>
                <a:spcPts val="0"/>
              </a:spcBef>
              <a:spcAft>
                <a:spcPts val="0"/>
              </a:spcAft>
              <a:buNone/>
            </a:pPr>
            <a:r>
              <a:rPr lang="zh-CN" altLang="en-US" sz="1400" dirty="0">
                <a:ea typeface="宋体" panose="02010600030101010101" pitchFamily="2" charset="-122"/>
              </a:rPr>
              <a:t>    </a:t>
            </a:r>
            <a:r>
              <a:rPr lang="en-US" altLang="zh-CN" sz="1400" dirty="0">
                <a:ea typeface="宋体" panose="02010600030101010101" pitchFamily="2" charset="-122"/>
              </a:rPr>
              <a:t>}else{</a:t>
            </a:r>
          </a:p>
          <a:p>
            <a:pPr marL="0">
              <a:lnSpc>
                <a:spcPts val="1400"/>
              </a:lnSpc>
              <a:spcBef>
                <a:spcPts val="0"/>
              </a:spcBef>
              <a:spcAft>
                <a:spcPts val="0"/>
              </a:spcAft>
              <a:buNone/>
            </a:pPr>
            <a:r>
              <a:rPr lang="zh-CN" altLang="en-US" sz="1400" dirty="0">
                <a:ea typeface="宋体" panose="02010600030101010101" pitchFamily="2" charset="-122"/>
              </a:rPr>
              <a:t>       </a:t>
            </a:r>
            <a:r>
              <a:rPr lang="en-US" altLang="zh-CN" sz="1400" dirty="0">
                <a:ea typeface="宋体" panose="02010600030101010101" pitchFamily="2" charset="-122"/>
              </a:rPr>
              <a:t>if(</a:t>
            </a:r>
            <a:r>
              <a:rPr lang="en-US" altLang="zh-CN" sz="1400" dirty="0" err="1">
                <a:ea typeface="宋体" panose="02010600030101010101" pitchFamily="2" charset="-122"/>
              </a:rPr>
              <a:t>myform.s_no.value.length</a:t>
            </a:r>
            <a:r>
              <a:rPr lang="en-US" altLang="zh-CN" sz="1400" dirty="0">
                <a:ea typeface="宋体" panose="02010600030101010101" pitchFamily="2" charset="-122"/>
              </a:rPr>
              <a:t>&lt;=0){//</a:t>
            </a:r>
            <a:r>
              <a:rPr lang="zh-CN" altLang="en-US" sz="1400" dirty="0">
                <a:ea typeface="宋体" panose="02010600030101010101" pitchFamily="2" charset="-122"/>
              </a:rPr>
              <a:t>未输入字符 </a:t>
            </a:r>
            <a:endParaRPr lang="en-US" altLang="zh-CN" sz="1400" dirty="0">
              <a:ea typeface="宋体" panose="02010600030101010101" pitchFamily="2" charset="-122"/>
            </a:endParaRPr>
          </a:p>
          <a:p>
            <a:pPr marL="0">
              <a:lnSpc>
                <a:spcPts val="1400"/>
              </a:lnSpc>
              <a:spcBef>
                <a:spcPts val="0"/>
              </a:spcBef>
              <a:spcAft>
                <a:spcPts val="0"/>
              </a:spcAft>
              <a:buNone/>
            </a:pPr>
            <a:r>
              <a:rPr lang="en-US" altLang="zh-CN" sz="1400" dirty="0">
                <a:ea typeface="宋体" panose="02010600030101010101" pitchFamily="2" charset="-122"/>
              </a:rPr>
              <a:t>            alert("</a:t>
            </a:r>
            <a:r>
              <a:rPr lang="zh-CN" altLang="en-US" sz="1400" dirty="0">
                <a:ea typeface="宋体" panose="02010600030101010101" pitchFamily="2" charset="-122"/>
              </a:rPr>
              <a:t>学号不能为空</a:t>
            </a:r>
            <a:r>
              <a:rPr lang="en-US" altLang="zh-CN" sz="1400" dirty="0">
                <a:ea typeface="宋体" panose="02010600030101010101" pitchFamily="2" charset="-122"/>
              </a:rPr>
              <a:t>");</a:t>
            </a:r>
          </a:p>
          <a:p>
            <a:pPr marL="0">
              <a:lnSpc>
                <a:spcPts val="1400"/>
              </a:lnSpc>
              <a:spcBef>
                <a:spcPts val="0"/>
              </a:spcBef>
              <a:spcAft>
                <a:spcPts val="0"/>
              </a:spcAft>
              <a:buNone/>
            </a:pPr>
            <a:r>
              <a:rPr lang="zh-CN" altLang="en-US" sz="1400" dirty="0">
                <a:ea typeface="宋体" panose="02010600030101010101" pitchFamily="2" charset="-122"/>
              </a:rPr>
              <a:t>       </a:t>
            </a:r>
            <a:r>
              <a:rPr lang="en-US" altLang="zh-CN" sz="1400" dirty="0">
                <a:ea typeface="宋体" panose="02010600030101010101" pitchFamily="2" charset="-122"/>
              </a:rPr>
              <a:t>}else{</a:t>
            </a:r>
          </a:p>
          <a:p>
            <a:pPr marL="0">
              <a:lnSpc>
                <a:spcPts val="1400"/>
              </a:lnSpc>
              <a:spcBef>
                <a:spcPts val="0"/>
              </a:spcBef>
              <a:spcAft>
                <a:spcPts val="0"/>
              </a:spcAft>
              <a:buNone/>
            </a:pPr>
            <a:r>
              <a:rPr lang="zh-CN" altLang="en-US" sz="1400" dirty="0">
                <a:ea typeface="宋体" panose="02010600030101010101" pitchFamily="2" charset="-122"/>
              </a:rPr>
              <a:t>         </a:t>
            </a:r>
            <a:r>
              <a:rPr lang="en-US" altLang="zh-CN" sz="1400" dirty="0">
                <a:ea typeface="宋体" panose="02010600030101010101" pitchFamily="2" charset="-122"/>
              </a:rPr>
              <a:t>alert("</a:t>
            </a:r>
            <a:r>
              <a:rPr lang="zh-CN" altLang="en-US" sz="1400" dirty="0">
                <a:ea typeface="宋体" panose="02010600030101010101" pitchFamily="2" charset="-122"/>
              </a:rPr>
              <a:t>你的学号为：</a:t>
            </a:r>
            <a:r>
              <a:rPr lang="en-US" altLang="zh-CN" sz="1400" dirty="0">
                <a:ea typeface="宋体" panose="02010600030101010101" pitchFamily="2" charset="-122"/>
              </a:rPr>
              <a:t>"+</a:t>
            </a:r>
            <a:r>
              <a:rPr lang="en-US" altLang="zh-CN" sz="1400" dirty="0" err="1">
                <a:ea typeface="宋体" panose="02010600030101010101" pitchFamily="2" charset="-122"/>
              </a:rPr>
              <a:t>myform.s_no.value</a:t>
            </a:r>
            <a:r>
              <a:rPr lang="en-US" altLang="zh-CN" sz="1400" dirty="0">
                <a:ea typeface="宋体" panose="02010600030101010101" pitchFamily="2" charset="-122"/>
              </a:rPr>
              <a:t>); }</a:t>
            </a:r>
          </a:p>
          <a:p>
            <a:pPr marL="0">
              <a:lnSpc>
                <a:spcPts val="1400"/>
              </a:lnSpc>
              <a:spcBef>
                <a:spcPts val="0"/>
              </a:spcBef>
              <a:spcAft>
                <a:spcPts val="0"/>
              </a:spcAft>
              <a:buNone/>
            </a:pPr>
            <a:r>
              <a:rPr lang="zh-CN" altLang="en-US" sz="1400" dirty="0">
                <a:ea typeface="宋体" panose="02010600030101010101" pitchFamily="2" charset="-122"/>
              </a:rPr>
              <a:t>     </a:t>
            </a:r>
            <a:r>
              <a:rPr lang="en-US" altLang="zh-CN" sz="1400" dirty="0">
                <a:ea typeface="宋体" panose="02010600030101010101" pitchFamily="2" charset="-122"/>
              </a:rPr>
              <a:t>}</a:t>
            </a:r>
          </a:p>
          <a:p>
            <a:pPr marL="0">
              <a:lnSpc>
                <a:spcPts val="1400"/>
              </a:lnSpc>
              <a:spcBef>
                <a:spcPts val="0"/>
              </a:spcBef>
              <a:spcAft>
                <a:spcPts val="0"/>
              </a:spcAft>
              <a:buNone/>
            </a:pPr>
            <a:r>
              <a:rPr lang="en-US" altLang="zh-CN" sz="1400" dirty="0">
                <a:ea typeface="宋体" panose="02010600030101010101" pitchFamily="2" charset="-122"/>
              </a:rPr>
              <a:t>}</a:t>
            </a:r>
          </a:p>
          <a:p>
            <a:pPr>
              <a:lnSpc>
                <a:spcPts val="1400"/>
              </a:lnSpc>
              <a:spcBef>
                <a:spcPts val="0"/>
              </a:spcBef>
              <a:spcAft>
                <a:spcPts val="0"/>
              </a:spcAft>
              <a:buNone/>
            </a:pPr>
            <a:r>
              <a:rPr lang="en-US" altLang="zh-CN" sz="1400" dirty="0">
                <a:ea typeface="宋体" panose="02010600030101010101" pitchFamily="2" charset="-122"/>
              </a:rPr>
              <a:t>function k_press1(){</a:t>
            </a:r>
          </a:p>
          <a:p>
            <a:pPr indent="262255">
              <a:lnSpc>
                <a:spcPts val="1400"/>
              </a:lnSpc>
              <a:spcBef>
                <a:spcPts val="0"/>
              </a:spcBef>
              <a:spcAft>
                <a:spcPts val="0"/>
              </a:spcAft>
              <a:buNone/>
            </a:pPr>
            <a:r>
              <a:rPr lang="en-US" altLang="zh-CN" sz="1400" dirty="0">
                <a:ea typeface="宋体" panose="02010600030101010101" pitchFamily="2" charset="-122"/>
              </a:rPr>
              <a:t>if(</a:t>
            </a:r>
            <a:r>
              <a:rPr lang="en-US" altLang="zh-CN" sz="1400" dirty="0" err="1">
                <a:ea typeface="宋体" panose="02010600030101010101" pitchFamily="2" charset="-122"/>
              </a:rPr>
              <a:t>window.event.keyCode</a:t>
            </a:r>
            <a:r>
              <a:rPr lang="en-US" altLang="zh-CN" sz="1400" dirty="0">
                <a:ea typeface="宋体" panose="02010600030101010101" pitchFamily="2" charset="-122"/>
              </a:rPr>
              <a:t>==13){</a:t>
            </a:r>
          </a:p>
          <a:p>
            <a:pPr indent="262255">
              <a:lnSpc>
                <a:spcPts val="1400"/>
              </a:lnSpc>
              <a:spcBef>
                <a:spcPts val="0"/>
              </a:spcBef>
              <a:spcAft>
                <a:spcPts val="0"/>
              </a:spcAft>
              <a:buNone/>
            </a:pPr>
            <a:r>
              <a:rPr lang="en-US" altLang="zh-CN" sz="1400" dirty="0">
                <a:ea typeface="宋体" panose="02010600030101010101" pitchFamily="2" charset="-122"/>
              </a:rPr>
              <a:t>alert("</a:t>
            </a:r>
            <a:r>
              <a:rPr lang="zh-CN" altLang="en-US" sz="1400" dirty="0">
                <a:ea typeface="宋体" panose="02010600030101010101" pitchFamily="2" charset="-122"/>
              </a:rPr>
              <a:t>你的姓名为：</a:t>
            </a:r>
            <a:r>
              <a:rPr lang="en-US" altLang="zh-CN" sz="1400" dirty="0">
                <a:ea typeface="宋体" panose="02010600030101010101" pitchFamily="2" charset="-122"/>
              </a:rPr>
              <a:t>"+</a:t>
            </a:r>
            <a:r>
              <a:rPr lang="en-US" altLang="zh-CN" sz="1400" dirty="0" err="1">
                <a:ea typeface="宋体" panose="02010600030101010101" pitchFamily="2" charset="-122"/>
              </a:rPr>
              <a:t>myform.s_name.value</a:t>
            </a:r>
            <a:r>
              <a:rPr lang="en-US" altLang="zh-CN" sz="1400" dirty="0">
                <a:ea typeface="宋体" panose="02010600030101010101" pitchFamily="2" charset="-122"/>
              </a:rPr>
              <a:t>);}</a:t>
            </a:r>
          </a:p>
          <a:p>
            <a:pPr>
              <a:lnSpc>
                <a:spcPts val="1400"/>
              </a:lnSpc>
              <a:spcBef>
                <a:spcPts val="0"/>
              </a:spcBef>
              <a:spcAft>
                <a:spcPts val="0"/>
              </a:spcAft>
              <a:buNone/>
            </a:pPr>
            <a:r>
              <a:rPr lang="en-US" altLang="zh-CN" sz="1400" dirty="0">
                <a:ea typeface="宋体" panose="02010600030101010101" pitchFamily="2" charset="-122"/>
              </a:rPr>
              <a:t>}</a:t>
            </a:r>
          </a:p>
          <a:p>
            <a:pPr>
              <a:lnSpc>
                <a:spcPts val="1400"/>
              </a:lnSpc>
              <a:spcBef>
                <a:spcPts val="0"/>
              </a:spcBef>
              <a:spcAft>
                <a:spcPts val="0"/>
              </a:spcAft>
              <a:buNone/>
            </a:pPr>
            <a:r>
              <a:rPr lang="en-US" altLang="zh-CN" sz="1400" dirty="0">
                <a:ea typeface="宋体" panose="02010600030101010101" pitchFamily="2" charset="-122"/>
              </a:rPr>
              <a:t>&lt;/script&gt;</a:t>
            </a:r>
          </a:p>
          <a:p>
            <a:pPr>
              <a:lnSpc>
                <a:spcPts val="1400"/>
              </a:lnSpc>
              <a:spcBef>
                <a:spcPts val="0"/>
              </a:spcBef>
              <a:spcAft>
                <a:spcPts val="0"/>
              </a:spcAft>
              <a:buNone/>
            </a:pPr>
            <a:r>
              <a:rPr lang="en-US" altLang="zh-CN" sz="1400" dirty="0">
                <a:ea typeface="宋体" panose="02010600030101010101" pitchFamily="2" charset="-122"/>
              </a:rPr>
              <a:t>&lt;/head&gt;</a:t>
            </a:r>
          </a:p>
          <a:p>
            <a:pPr marL="0">
              <a:lnSpc>
                <a:spcPts val="1400"/>
              </a:lnSpc>
              <a:spcBef>
                <a:spcPts val="0"/>
              </a:spcBef>
              <a:spcAft>
                <a:spcPts val="0"/>
              </a:spcAft>
              <a:buNone/>
            </a:pPr>
            <a:endParaRPr lang="en-US" altLang="zh-CN" sz="1400" dirty="0">
              <a:ea typeface="宋体" panose="02010600030101010101" pitchFamily="2" charset="-122"/>
            </a:endParaRPr>
          </a:p>
          <a:p>
            <a:pPr>
              <a:lnSpc>
                <a:spcPts val="1400"/>
              </a:lnSpc>
              <a:spcBef>
                <a:spcPts val="0"/>
              </a:spcBef>
              <a:spcAft>
                <a:spcPts val="0"/>
              </a:spcAft>
              <a:buFont typeface="Wingdings" panose="05000000000000000000" pitchFamily="2" charset="2"/>
              <a:buNone/>
            </a:pPr>
            <a:endParaRPr lang="zh-CN" altLang="zh-CN" sz="1400" dirty="0">
              <a:ea typeface="宋体" panose="02010600030101010101" pitchFamily="2" charset="-122"/>
            </a:endParaRPr>
          </a:p>
        </p:txBody>
      </p:sp>
      <p:sp>
        <p:nvSpPr>
          <p:cNvPr id="4" name="矩形 3"/>
          <p:cNvSpPr/>
          <p:nvPr/>
        </p:nvSpPr>
        <p:spPr>
          <a:xfrm>
            <a:off x="5105400" y="819150"/>
            <a:ext cx="3962400" cy="2067233"/>
          </a:xfrm>
          <a:prstGeom prst="rect">
            <a:avLst/>
          </a:prstGeom>
        </p:spPr>
        <p:txBody>
          <a:bodyPr wrap="square">
            <a:spAutoFit/>
          </a:bodyPr>
          <a:lstStyle/>
          <a:p>
            <a:pPr>
              <a:lnSpc>
                <a:spcPts val="1400"/>
              </a:lnSpc>
              <a:spcBef>
                <a:spcPts val="0"/>
              </a:spcBef>
              <a:spcAft>
                <a:spcPts val="0"/>
              </a:spcAft>
              <a:buNone/>
            </a:pPr>
            <a:r>
              <a:rPr lang="en-US" altLang="zh-CN" sz="1400" b="0" dirty="0">
                <a:ea typeface="宋体" panose="02010600030101010101" pitchFamily="2" charset="-122"/>
              </a:rPr>
              <a:t>&lt;body&gt;</a:t>
            </a:r>
          </a:p>
          <a:p>
            <a:pPr>
              <a:lnSpc>
                <a:spcPts val="1400"/>
              </a:lnSpc>
              <a:spcBef>
                <a:spcPts val="0"/>
              </a:spcBef>
              <a:spcAft>
                <a:spcPts val="0"/>
              </a:spcAft>
              <a:buNone/>
            </a:pPr>
            <a:r>
              <a:rPr lang="en-US" altLang="zh-CN" sz="1400" b="0" dirty="0">
                <a:ea typeface="宋体" panose="02010600030101010101" pitchFamily="2" charset="-122"/>
              </a:rPr>
              <a:t>&lt;form name="</a:t>
            </a:r>
            <a:r>
              <a:rPr lang="en-US" altLang="zh-CN" sz="1400" b="0" dirty="0" err="1">
                <a:ea typeface="宋体" panose="02010600030101010101" pitchFamily="2" charset="-122"/>
              </a:rPr>
              <a:t>myform</a:t>
            </a:r>
            <a:r>
              <a:rPr lang="en-US" altLang="zh-CN" sz="1400" b="0" dirty="0">
                <a:ea typeface="宋体" panose="02010600030101010101" pitchFamily="2" charset="-122"/>
              </a:rPr>
              <a:t>" method=“get" action=""&gt;</a:t>
            </a:r>
          </a:p>
          <a:p>
            <a:pPr>
              <a:lnSpc>
                <a:spcPts val="1400"/>
              </a:lnSpc>
              <a:spcBef>
                <a:spcPts val="0"/>
              </a:spcBef>
              <a:spcAft>
                <a:spcPts val="0"/>
              </a:spcAft>
              <a:buNone/>
            </a:pPr>
            <a:r>
              <a:rPr lang="zh-CN" altLang="en-US" sz="1400" b="0" dirty="0">
                <a:ea typeface="宋体" panose="02010600030101010101" pitchFamily="2" charset="-122"/>
              </a:rPr>
              <a:t>学号：</a:t>
            </a:r>
            <a:r>
              <a:rPr lang="en-US" altLang="zh-CN" sz="1400" b="0" dirty="0">
                <a:ea typeface="宋体" panose="02010600030101010101" pitchFamily="2" charset="-122"/>
              </a:rPr>
              <a:t>&lt;input type="text" name="</a:t>
            </a:r>
            <a:r>
              <a:rPr lang="en-US" altLang="zh-CN" sz="1400" b="0" dirty="0" err="1">
                <a:ea typeface="宋体" panose="02010600030101010101" pitchFamily="2" charset="-122"/>
              </a:rPr>
              <a:t>s_no</a:t>
            </a:r>
            <a:r>
              <a:rPr lang="en-US" altLang="zh-CN" sz="1400" b="0" dirty="0">
                <a:ea typeface="宋体" panose="02010600030101010101" pitchFamily="2" charset="-122"/>
              </a:rPr>
              <a:t>" id="</a:t>
            </a:r>
            <a:r>
              <a:rPr lang="en-US" altLang="zh-CN" sz="1400" b="0" dirty="0" err="1">
                <a:ea typeface="宋体" panose="02010600030101010101" pitchFamily="2" charset="-122"/>
              </a:rPr>
              <a:t>s_no</a:t>
            </a:r>
            <a:r>
              <a:rPr lang="en-US" altLang="zh-CN" sz="1400" b="0" dirty="0">
                <a:ea typeface="宋体" panose="02010600030101010101" pitchFamily="2" charset="-122"/>
              </a:rPr>
              <a:t>" </a:t>
            </a:r>
            <a:r>
              <a:rPr lang="en-US" altLang="zh-CN" sz="1400" b="0" dirty="0" err="1">
                <a:ea typeface="宋体" panose="02010600030101010101" pitchFamily="2" charset="-122"/>
              </a:rPr>
              <a:t>onKeyPress</a:t>
            </a:r>
            <a:r>
              <a:rPr lang="en-US" altLang="zh-CN" sz="1400" b="0" dirty="0">
                <a:ea typeface="宋体" panose="02010600030101010101" pitchFamily="2" charset="-122"/>
              </a:rPr>
              <a:t>="</a:t>
            </a:r>
            <a:r>
              <a:rPr lang="en-US" altLang="zh-CN" sz="1400" b="0" dirty="0" err="1">
                <a:ea typeface="宋体" panose="02010600030101010101" pitchFamily="2" charset="-122"/>
              </a:rPr>
              <a:t>k_press</a:t>
            </a:r>
            <a:r>
              <a:rPr lang="en-US" altLang="zh-CN" sz="1400" b="0" dirty="0">
                <a:ea typeface="宋体" panose="02010600030101010101" pitchFamily="2" charset="-122"/>
              </a:rPr>
              <a:t>();"&gt;&lt;</a:t>
            </a:r>
            <a:r>
              <a:rPr lang="en-US" altLang="zh-CN" sz="1400" b="0" dirty="0" err="1">
                <a:ea typeface="宋体" panose="02010600030101010101" pitchFamily="2" charset="-122"/>
              </a:rPr>
              <a:t>br</a:t>
            </a:r>
            <a:r>
              <a:rPr lang="en-US" altLang="zh-CN" sz="1400" b="0" dirty="0">
                <a:ea typeface="宋体" panose="02010600030101010101" pitchFamily="2" charset="-122"/>
              </a:rPr>
              <a:t>&gt;</a:t>
            </a:r>
          </a:p>
          <a:p>
            <a:pPr>
              <a:lnSpc>
                <a:spcPts val="1400"/>
              </a:lnSpc>
              <a:spcBef>
                <a:spcPts val="0"/>
              </a:spcBef>
              <a:spcAft>
                <a:spcPts val="0"/>
              </a:spcAft>
              <a:buNone/>
            </a:pPr>
            <a:r>
              <a:rPr lang="zh-CN" altLang="en-US" sz="1400" b="0" dirty="0">
                <a:ea typeface="宋体" panose="02010600030101010101" pitchFamily="2" charset="-122"/>
              </a:rPr>
              <a:t>姓名：</a:t>
            </a:r>
            <a:r>
              <a:rPr lang="en-US" altLang="zh-CN" sz="1400" b="0" dirty="0">
                <a:ea typeface="宋体" panose="02010600030101010101" pitchFamily="2" charset="-122"/>
              </a:rPr>
              <a:t>&lt;input type=“text” name=“</a:t>
            </a:r>
            <a:r>
              <a:rPr lang="en-US" altLang="zh-CN" sz="1400" b="0" dirty="0" err="1">
                <a:ea typeface="宋体" panose="02010600030101010101" pitchFamily="2" charset="-122"/>
              </a:rPr>
              <a:t>s_name</a:t>
            </a:r>
            <a:r>
              <a:rPr lang="en-US" altLang="zh-CN" sz="1400" b="0" dirty="0">
                <a:ea typeface="宋体" panose="02010600030101010101" pitchFamily="2" charset="-122"/>
              </a:rPr>
              <a:t>” id=“</a:t>
            </a:r>
            <a:r>
              <a:rPr lang="en-US" altLang="zh-CN" sz="1400" b="0" dirty="0" err="1">
                <a:ea typeface="宋体" panose="02010600030101010101" pitchFamily="2" charset="-122"/>
              </a:rPr>
              <a:t>s_name</a:t>
            </a:r>
            <a:r>
              <a:rPr lang="en-US" altLang="zh-CN" sz="1400" b="0" dirty="0">
                <a:ea typeface="宋体" panose="02010600030101010101" pitchFamily="2" charset="-122"/>
              </a:rPr>
              <a:t>” </a:t>
            </a:r>
            <a:r>
              <a:rPr lang="en-US" altLang="zh-CN" sz="1400" b="0" dirty="0" err="1">
                <a:ea typeface="宋体" panose="02010600030101010101" pitchFamily="2" charset="-122"/>
              </a:rPr>
              <a:t>onkeypress</a:t>
            </a:r>
            <a:r>
              <a:rPr lang="en-US" altLang="zh-CN" sz="1400" b="0" dirty="0">
                <a:ea typeface="宋体" panose="02010600030101010101" pitchFamily="2" charset="-122"/>
              </a:rPr>
              <a:t>=“k_press1();"&gt;</a:t>
            </a:r>
          </a:p>
          <a:p>
            <a:pPr>
              <a:lnSpc>
                <a:spcPts val="1400"/>
              </a:lnSpc>
              <a:spcBef>
                <a:spcPts val="0"/>
              </a:spcBef>
              <a:spcAft>
                <a:spcPts val="0"/>
              </a:spcAft>
              <a:buNone/>
            </a:pPr>
            <a:r>
              <a:rPr lang="en-US" altLang="zh-CN" sz="1400" b="0" dirty="0">
                <a:ea typeface="宋体" panose="02010600030101010101" pitchFamily="2" charset="-122"/>
              </a:rPr>
              <a:t>&lt;input type="reset"&gt;</a:t>
            </a:r>
          </a:p>
          <a:p>
            <a:pPr>
              <a:lnSpc>
                <a:spcPts val="1400"/>
              </a:lnSpc>
              <a:spcBef>
                <a:spcPts val="0"/>
              </a:spcBef>
              <a:spcAft>
                <a:spcPts val="0"/>
              </a:spcAft>
              <a:buNone/>
            </a:pPr>
            <a:r>
              <a:rPr lang="en-US" altLang="zh-CN" sz="1400" b="0" dirty="0">
                <a:ea typeface="宋体" panose="02010600030101010101" pitchFamily="2" charset="-122"/>
              </a:rPr>
              <a:t>&lt;/form&gt;</a:t>
            </a:r>
          </a:p>
          <a:p>
            <a:pPr>
              <a:lnSpc>
                <a:spcPts val="1400"/>
              </a:lnSpc>
              <a:spcBef>
                <a:spcPts val="0"/>
              </a:spcBef>
              <a:spcAft>
                <a:spcPts val="0"/>
              </a:spcAft>
              <a:buNone/>
            </a:pPr>
            <a:r>
              <a:rPr lang="en-US" altLang="zh-CN" sz="1400" b="0" dirty="0">
                <a:ea typeface="宋体" panose="02010600030101010101" pitchFamily="2" charset="-122"/>
              </a:rPr>
              <a:t>&lt;/body&gt;</a:t>
            </a:r>
          </a:p>
          <a:p>
            <a:pPr>
              <a:lnSpc>
                <a:spcPts val="1400"/>
              </a:lnSpc>
              <a:spcBef>
                <a:spcPts val="0"/>
              </a:spcBef>
              <a:spcAft>
                <a:spcPts val="0"/>
              </a:spcAft>
              <a:buNone/>
            </a:pPr>
            <a:r>
              <a:rPr lang="en-US" altLang="zh-CN" sz="1400" b="0" dirty="0">
                <a:ea typeface="宋体" panose="02010600030101010101" pitchFamily="2" charset="-122"/>
              </a:rPr>
              <a:t>&lt;/html&gt;</a:t>
            </a:r>
          </a:p>
        </p:txBody>
      </p:sp>
      <p:pic>
        <p:nvPicPr>
          <p:cNvPr id="1026" name="Picture 2"/>
          <p:cNvPicPr>
            <a:picLocks noChangeAspect="1" noChangeArrowheads="1"/>
          </p:cNvPicPr>
          <p:nvPr/>
        </p:nvPicPr>
        <p:blipFill>
          <a:blip r:embed="rId2" cstate="print"/>
          <a:srcRect/>
          <a:stretch>
            <a:fillRect/>
          </a:stretch>
        </p:blipFill>
        <p:spPr bwMode="auto">
          <a:xfrm>
            <a:off x="5410200" y="3181350"/>
            <a:ext cx="3517300" cy="111349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1555">
                                            <p:txEl>
                                              <p:pRg st="0" end="0"/>
                                            </p:txEl>
                                          </p:spTgt>
                                        </p:tgtEl>
                                        <p:attrNameLst>
                                          <p:attrName>style.visibility</p:attrName>
                                        </p:attrNameLst>
                                      </p:cBhvr>
                                      <p:to>
                                        <p:strVal val="visible"/>
                                      </p:to>
                                    </p:set>
                                    <p:anim calcmode="lin" valueType="num">
                                      <p:cBhvr additive="base">
                                        <p:cTn id="7" dur="500" fill="hold"/>
                                        <p:tgtEl>
                                          <p:spTgt spid="1515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15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1555">
                                            <p:txEl>
                                              <p:pRg st="1" end="1"/>
                                            </p:txEl>
                                          </p:spTgt>
                                        </p:tgtEl>
                                        <p:attrNameLst>
                                          <p:attrName>style.visibility</p:attrName>
                                        </p:attrNameLst>
                                      </p:cBhvr>
                                      <p:to>
                                        <p:strVal val="visible"/>
                                      </p:to>
                                    </p:set>
                                    <p:anim calcmode="lin" valueType="num">
                                      <p:cBhvr additive="base">
                                        <p:cTn id="13" dur="500" fill="hold"/>
                                        <p:tgtEl>
                                          <p:spTgt spid="15155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15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1555">
                                            <p:txEl>
                                              <p:pRg st="2" end="2"/>
                                            </p:txEl>
                                          </p:spTgt>
                                        </p:tgtEl>
                                        <p:attrNameLst>
                                          <p:attrName>style.visibility</p:attrName>
                                        </p:attrNameLst>
                                      </p:cBhvr>
                                      <p:to>
                                        <p:strVal val="visible"/>
                                      </p:to>
                                    </p:set>
                                    <p:anim calcmode="lin" valueType="num">
                                      <p:cBhvr additive="base">
                                        <p:cTn id="19" dur="500" fill="hold"/>
                                        <p:tgtEl>
                                          <p:spTgt spid="15155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15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1555">
                                            <p:txEl>
                                              <p:pRg st="3" end="3"/>
                                            </p:txEl>
                                          </p:spTgt>
                                        </p:tgtEl>
                                        <p:attrNameLst>
                                          <p:attrName>style.visibility</p:attrName>
                                        </p:attrNameLst>
                                      </p:cBhvr>
                                      <p:to>
                                        <p:strVal val="visible"/>
                                      </p:to>
                                    </p:set>
                                    <p:anim calcmode="lin" valueType="num">
                                      <p:cBhvr additive="base">
                                        <p:cTn id="25" dur="500" fill="hold"/>
                                        <p:tgtEl>
                                          <p:spTgt spid="15155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15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1555">
                                            <p:txEl>
                                              <p:pRg st="4" end="4"/>
                                            </p:txEl>
                                          </p:spTgt>
                                        </p:tgtEl>
                                        <p:attrNameLst>
                                          <p:attrName>style.visibility</p:attrName>
                                        </p:attrNameLst>
                                      </p:cBhvr>
                                      <p:to>
                                        <p:strVal val="visible"/>
                                      </p:to>
                                    </p:set>
                                    <p:anim calcmode="lin" valueType="num">
                                      <p:cBhvr additive="base">
                                        <p:cTn id="31" dur="500" fill="hold"/>
                                        <p:tgtEl>
                                          <p:spTgt spid="15155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155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1555">
                                            <p:txEl>
                                              <p:pRg st="5" end="5"/>
                                            </p:txEl>
                                          </p:spTgt>
                                        </p:tgtEl>
                                        <p:attrNameLst>
                                          <p:attrName>style.visibility</p:attrName>
                                        </p:attrNameLst>
                                      </p:cBhvr>
                                      <p:to>
                                        <p:strVal val="visible"/>
                                      </p:to>
                                    </p:set>
                                    <p:anim calcmode="lin" valueType="num">
                                      <p:cBhvr additive="base">
                                        <p:cTn id="37" dur="500" fill="hold"/>
                                        <p:tgtEl>
                                          <p:spTgt spid="15155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155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51555">
                                            <p:txEl>
                                              <p:pRg st="6" end="6"/>
                                            </p:txEl>
                                          </p:spTgt>
                                        </p:tgtEl>
                                        <p:attrNameLst>
                                          <p:attrName>style.visibility</p:attrName>
                                        </p:attrNameLst>
                                      </p:cBhvr>
                                      <p:to>
                                        <p:strVal val="visible"/>
                                      </p:to>
                                    </p:set>
                                    <p:anim calcmode="lin" valueType="num">
                                      <p:cBhvr additive="base">
                                        <p:cTn id="43" dur="500" fill="hold"/>
                                        <p:tgtEl>
                                          <p:spTgt spid="15155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5155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51555">
                                            <p:txEl>
                                              <p:pRg st="7" end="7"/>
                                            </p:txEl>
                                          </p:spTgt>
                                        </p:tgtEl>
                                        <p:attrNameLst>
                                          <p:attrName>style.visibility</p:attrName>
                                        </p:attrNameLst>
                                      </p:cBhvr>
                                      <p:to>
                                        <p:strVal val="visible"/>
                                      </p:to>
                                    </p:set>
                                    <p:anim calcmode="lin" valueType="num">
                                      <p:cBhvr additive="base">
                                        <p:cTn id="49" dur="500" fill="hold"/>
                                        <p:tgtEl>
                                          <p:spTgt spid="15155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5155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51555">
                                            <p:txEl>
                                              <p:pRg st="8" end="8"/>
                                            </p:txEl>
                                          </p:spTgt>
                                        </p:tgtEl>
                                        <p:attrNameLst>
                                          <p:attrName>style.visibility</p:attrName>
                                        </p:attrNameLst>
                                      </p:cBhvr>
                                      <p:to>
                                        <p:strVal val="visible"/>
                                      </p:to>
                                    </p:set>
                                    <p:anim calcmode="lin" valueType="num">
                                      <p:cBhvr additive="base">
                                        <p:cTn id="55" dur="500" fill="hold"/>
                                        <p:tgtEl>
                                          <p:spTgt spid="15155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5155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51555">
                                            <p:txEl>
                                              <p:pRg st="9" end="9"/>
                                            </p:txEl>
                                          </p:spTgt>
                                        </p:tgtEl>
                                        <p:attrNameLst>
                                          <p:attrName>style.visibility</p:attrName>
                                        </p:attrNameLst>
                                      </p:cBhvr>
                                      <p:to>
                                        <p:strVal val="visible"/>
                                      </p:to>
                                    </p:set>
                                    <p:anim calcmode="lin" valueType="num">
                                      <p:cBhvr additive="base">
                                        <p:cTn id="61" dur="500" fill="hold"/>
                                        <p:tgtEl>
                                          <p:spTgt spid="151555">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5155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51555">
                                            <p:txEl>
                                              <p:pRg st="10" end="10"/>
                                            </p:txEl>
                                          </p:spTgt>
                                        </p:tgtEl>
                                        <p:attrNameLst>
                                          <p:attrName>style.visibility</p:attrName>
                                        </p:attrNameLst>
                                      </p:cBhvr>
                                      <p:to>
                                        <p:strVal val="visible"/>
                                      </p:to>
                                    </p:set>
                                    <p:anim calcmode="lin" valueType="num">
                                      <p:cBhvr additive="base">
                                        <p:cTn id="67" dur="500" fill="hold"/>
                                        <p:tgtEl>
                                          <p:spTgt spid="151555">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5155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51555">
                                            <p:txEl>
                                              <p:pRg st="11" end="11"/>
                                            </p:txEl>
                                          </p:spTgt>
                                        </p:tgtEl>
                                        <p:attrNameLst>
                                          <p:attrName>style.visibility</p:attrName>
                                        </p:attrNameLst>
                                      </p:cBhvr>
                                      <p:to>
                                        <p:strVal val="visible"/>
                                      </p:to>
                                    </p:set>
                                    <p:anim calcmode="lin" valueType="num">
                                      <p:cBhvr additive="base">
                                        <p:cTn id="73" dur="500" fill="hold"/>
                                        <p:tgtEl>
                                          <p:spTgt spid="151555">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5155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51555">
                                            <p:txEl>
                                              <p:pRg st="12" end="12"/>
                                            </p:txEl>
                                          </p:spTgt>
                                        </p:tgtEl>
                                        <p:attrNameLst>
                                          <p:attrName>style.visibility</p:attrName>
                                        </p:attrNameLst>
                                      </p:cBhvr>
                                      <p:to>
                                        <p:strVal val="visible"/>
                                      </p:to>
                                    </p:set>
                                    <p:anim calcmode="lin" valueType="num">
                                      <p:cBhvr additive="base">
                                        <p:cTn id="79" dur="500" fill="hold"/>
                                        <p:tgtEl>
                                          <p:spTgt spid="151555">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5155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51555">
                                            <p:txEl>
                                              <p:pRg st="13" end="13"/>
                                            </p:txEl>
                                          </p:spTgt>
                                        </p:tgtEl>
                                        <p:attrNameLst>
                                          <p:attrName>style.visibility</p:attrName>
                                        </p:attrNameLst>
                                      </p:cBhvr>
                                      <p:to>
                                        <p:strVal val="visible"/>
                                      </p:to>
                                    </p:set>
                                    <p:anim calcmode="lin" valueType="num">
                                      <p:cBhvr additive="base">
                                        <p:cTn id="85" dur="500" fill="hold"/>
                                        <p:tgtEl>
                                          <p:spTgt spid="151555">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51555">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151555">
                                            <p:txEl>
                                              <p:pRg st="14" end="14"/>
                                            </p:txEl>
                                          </p:spTgt>
                                        </p:tgtEl>
                                        <p:attrNameLst>
                                          <p:attrName>style.visibility</p:attrName>
                                        </p:attrNameLst>
                                      </p:cBhvr>
                                      <p:to>
                                        <p:strVal val="visible"/>
                                      </p:to>
                                    </p:set>
                                    <p:anim calcmode="lin" valueType="num">
                                      <p:cBhvr additive="base">
                                        <p:cTn id="91" dur="500" fill="hold"/>
                                        <p:tgtEl>
                                          <p:spTgt spid="151555">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51555">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151555">
                                            <p:txEl>
                                              <p:pRg st="15" end="15"/>
                                            </p:txEl>
                                          </p:spTgt>
                                        </p:tgtEl>
                                        <p:attrNameLst>
                                          <p:attrName>style.visibility</p:attrName>
                                        </p:attrNameLst>
                                      </p:cBhvr>
                                      <p:to>
                                        <p:strVal val="visible"/>
                                      </p:to>
                                    </p:set>
                                    <p:anim calcmode="lin" valueType="num">
                                      <p:cBhvr additive="base">
                                        <p:cTn id="97" dur="500" fill="hold"/>
                                        <p:tgtEl>
                                          <p:spTgt spid="151555">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151555">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151555">
                                            <p:txEl>
                                              <p:pRg st="16" end="16"/>
                                            </p:txEl>
                                          </p:spTgt>
                                        </p:tgtEl>
                                        <p:attrNameLst>
                                          <p:attrName>style.visibility</p:attrName>
                                        </p:attrNameLst>
                                      </p:cBhvr>
                                      <p:to>
                                        <p:strVal val="visible"/>
                                      </p:to>
                                    </p:set>
                                    <p:anim calcmode="lin" valueType="num">
                                      <p:cBhvr additive="base">
                                        <p:cTn id="103" dur="500" fill="hold"/>
                                        <p:tgtEl>
                                          <p:spTgt spid="151555">
                                            <p:txEl>
                                              <p:pRg st="16" end="16"/>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151555">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151555">
                                            <p:txEl>
                                              <p:pRg st="17" end="17"/>
                                            </p:txEl>
                                          </p:spTgt>
                                        </p:tgtEl>
                                        <p:attrNameLst>
                                          <p:attrName>style.visibility</p:attrName>
                                        </p:attrNameLst>
                                      </p:cBhvr>
                                      <p:to>
                                        <p:strVal val="visible"/>
                                      </p:to>
                                    </p:set>
                                    <p:anim calcmode="lin" valueType="num">
                                      <p:cBhvr additive="base">
                                        <p:cTn id="109" dur="500" fill="hold"/>
                                        <p:tgtEl>
                                          <p:spTgt spid="151555">
                                            <p:txEl>
                                              <p:pRg st="17" end="17"/>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151555">
                                            <p:txEl>
                                              <p:pRg st="17" end="17"/>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151555">
                                            <p:txEl>
                                              <p:pRg st="18" end="18"/>
                                            </p:txEl>
                                          </p:spTgt>
                                        </p:tgtEl>
                                        <p:attrNameLst>
                                          <p:attrName>style.visibility</p:attrName>
                                        </p:attrNameLst>
                                      </p:cBhvr>
                                      <p:to>
                                        <p:strVal val="visible"/>
                                      </p:to>
                                    </p:set>
                                    <p:anim calcmode="lin" valueType="num">
                                      <p:cBhvr additive="base">
                                        <p:cTn id="115" dur="500" fill="hold"/>
                                        <p:tgtEl>
                                          <p:spTgt spid="151555">
                                            <p:txEl>
                                              <p:pRg st="18" end="18"/>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151555">
                                            <p:txEl>
                                              <p:pRg st="18" end="18"/>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151555">
                                            <p:txEl>
                                              <p:pRg st="19" end="19"/>
                                            </p:txEl>
                                          </p:spTgt>
                                        </p:tgtEl>
                                        <p:attrNameLst>
                                          <p:attrName>style.visibility</p:attrName>
                                        </p:attrNameLst>
                                      </p:cBhvr>
                                      <p:to>
                                        <p:strVal val="visible"/>
                                      </p:to>
                                    </p:set>
                                    <p:anim calcmode="lin" valueType="num">
                                      <p:cBhvr additive="base">
                                        <p:cTn id="121" dur="500" fill="hold"/>
                                        <p:tgtEl>
                                          <p:spTgt spid="151555">
                                            <p:txEl>
                                              <p:pRg st="19" end="19"/>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151555">
                                            <p:txEl>
                                              <p:pRg st="19" end="19"/>
                                            </p:txEl>
                                          </p:spTgt>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151555">
                                            <p:txEl>
                                              <p:pRg st="20" end="20"/>
                                            </p:txEl>
                                          </p:spTgt>
                                        </p:tgtEl>
                                        <p:attrNameLst>
                                          <p:attrName>style.visibility</p:attrName>
                                        </p:attrNameLst>
                                      </p:cBhvr>
                                      <p:to>
                                        <p:strVal val="visible"/>
                                      </p:to>
                                    </p:set>
                                    <p:anim calcmode="lin" valueType="num">
                                      <p:cBhvr additive="base">
                                        <p:cTn id="127" dur="500" fill="hold"/>
                                        <p:tgtEl>
                                          <p:spTgt spid="151555">
                                            <p:txEl>
                                              <p:pRg st="20" end="20"/>
                                            </p:txEl>
                                          </p:spTgt>
                                        </p:tgtEl>
                                        <p:attrNameLst>
                                          <p:attrName>ppt_x</p:attrName>
                                        </p:attrNameLst>
                                      </p:cBhvr>
                                      <p:tavLst>
                                        <p:tav tm="0">
                                          <p:val>
                                            <p:strVal val="#ppt_x"/>
                                          </p:val>
                                        </p:tav>
                                        <p:tav tm="100000">
                                          <p:val>
                                            <p:strVal val="#ppt_x"/>
                                          </p:val>
                                        </p:tav>
                                      </p:tavLst>
                                    </p:anim>
                                    <p:anim calcmode="lin" valueType="num">
                                      <p:cBhvr additive="base">
                                        <p:cTn id="128" dur="500" fill="hold"/>
                                        <p:tgtEl>
                                          <p:spTgt spid="151555">
                                            <p:txEl>
                                              <p:pRg st="20" end="2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r>
              <a:rPr lang="en-US" altLang="zh-CN" dirty="0"/>
              <a:t>15.5 </a:t>
            </a:r>
            <a:r>
              <a:rPr lang="zh-CN" altLang="en-US" dirty="0"/>
              <a:t>窗口事件</a:t>
            </a:r>
          </a:p>
        </p:txBody>
      </p:sp>
      <p:sp>
        <p:nvSpPr>
          <p:cNvPr id="152579" name="Rectangle 3"/>
          <p:cNvSpPr>
            <a:spLocks noGrp="1" noChangeArrowheads="1"/>
          </p:cNvSpPr>
          <p:nvPr>
            <p:ph idx="1"/>
          </p:nvPr>
        </p:nvSpPr>
        <p:spPr>
          <a:xfrm>
            <a:off x="533401" y="819150"/>
            <a:ext cx="4724399" cy="3733800"/>
          </a:xfrm>
        </p:spPr>
        <p:txBody>
          <a:bodyPr/>
          <a:lstStyle/>
          <a:p>
            <a:pPr marL="0" indent="0">
              <a:lnSpc>
                <a:spcPts val="1700"/>
              </a:lnSpc>
              <a:spcBef>
                <a:spcPts val="0"/>
              </a:spcBef>
              <a:spcAft>
                <a:spcPts val="0"/>
              </a:spcAft>
              <a:buNone/>
            </a:pPr>
            <a:r>
              <a:rPr lang="en-US" altLang="zh-CN" sz="1400" dirty="0">
                <a:latin typeface="Verdana" panose="020B0604030504040204" pitchFamily="34" charset="0"/>
                <a:ea typeface="宋体" panose="02010600030101010101" pitchFamily="2" charset="-122"/>
              </a:rPr>
              <a:t>&lt;!--  edu_15_5_1.html --&gt;</a:t>
            </a:r>
          </a:p>
          <a:p>
            <a:pPr marL="0" indent="0">
              <a:lnSpc>
                <a:spcPts val="1700"/>
              </a:lnSpc>
              <a:spcBef>
                <a:spcPts val="0"/>
              </a:spcBef>
              <a:spcAft>
                <a:spcPts val="0"/>
              </a:spcAft>
              <a:buNone/>
            </a:pPr>
            <a:r>
              <a:rPr lang="en-US" altLang="zh-CN" sz="1400" dirty="0">
                <a:latin typeface="Verdana" panose="020B0604030504040204" pitchFamily="34" charset="0"/>
                <a:ea typeface="宋体" panose="02010600030101010101" pitchFamily="2" charset="-122"/>
              </a:rPr>
              <a:t>&lt;html&gt;</a:t>
            </a:r>
          </a:p>
          <a:p>
            <a:pPr marL="0" indent="0">
              <a:lnSpc>
                <a:spcPts val="1700"/>
              </a:lnSpc>
              <a:spcBef>
                <a:spcPts val="0"/>
              </a:spcBef>
              <a:spcAft>
                <a:spcPts val="0"/>
              </a:spcAft>
              <a:buNone/>
            </a:pPr>
            <a:r>
              <a:rPr lang="en-US" altLang="zh-CN" sz="1400" dirty="0">
                <a:latin typeface="Verdana" panose="020B0604030504040204" pitchFamily="34" charset="0"/>
                <a:ea typeface="宋体" panose="02010600030101010101" pitchFamily="2" charset="-122"/>
              </a:rPr>
              <a:t>    &lt;head&gt;</a:t>
            </a:r>
          </a:p>
          <a:p>
            <a:pPr marL="0" indent="0">
              <a:lnSpc>
                <a:spcPts val="1700"/>
              </a:lnSpc>
              <a:spcBef>
                <a:spcPts val="0"/>
              </a:spcBef>
              <a:spcAft>
                <a:spcPts val="0"/>
              </a:spcAft>
              <a:buNone/>
            </a:pPr>
            <a:r>
              <a:rPr lang="en-US" altLang="zh-CN" sz="1400" dirty="0">
                <a:latin typeface="Verdana" panose="020B0604030504040204" pitchFamily="34" charset="0"/>
                <a:ea typeface="宋体" panose="02010600030101010101" pitchFamily="2" charset="-122"/>
              </a:rPr>
              <a:t>        &lt;title&gt;</a:t>
            </a:r>
            <a:r>
              <a:rPr lang="zh-CN" altLang="en-US" sz="1400" dirty="0">
                <a:latin typeface="Verdana" panose="020B0604030504040204" pitchFamily="34" charset="0"/>
                <a:ea typeface="宋体" panose="02010600030101010101" pitchFamily="2" charset="-122"/>
              </a:rPr>
              <a:t>窗口事件举例</a:t>
            </a:r>
            <a:r>
              <a:rPr lang="en-US" altLang="zh-CN" sz="1400" dirty="0">
                <a:latin typeface="Verdana" panose="020B0604030504040204" pitchFamily="34" charset="0"/>
                <a:ea typeface="宋体" panose="02010600030101010101" pitchFamily="2" charset="-122"/>
              </a:rPr>
              <a:t>&lt;/title&gt;</a:t>
            </a:r>
          </a:p>
          <a:p>
            <a:pPr marL="0" indent="0">
              <a:lnSpc>
                <a:spcPts val="1700"/>
              </a:lnSpc>
              <a:spcBef>
                <a:spcPts val="0"/>
              </a:spcBef>
              <a:spcAft>
                <a:spcPts val="0"/>
              </a:spcAft>
              <a:buNone/>
            </a:pPr>
            <a:r>
              <a:rPr lang="en-US" altLang="zh-CN" sz="1400" dirty="0">
                <a:latin typeface="Verdana" panose="020B0604030504040204" pitchFamily="34" charset="0"/>
                <a:ea typeface="宋体" panose="02010600030101010101" pitchFamily="2" charset="-122"/>
              </a:rPr>
              <a:t>      &lt;script  type="text/</a:t>
            </a:r>
            <a:r>
              <a:rPr lang="en-US" altLang="zh-CN" sz="1400" dirty="0" err="1">
                <a:latin typeface="Verdana" panose="020B0604030504040204" pitchFamily="34" charset="0"/>
                <a:ea typeface="宋体" panose="02010600030101010101" pitchFamily="2" charset="-122"/>
              </a:rPr>
              <a:t>javascript</a:t>
            </a:r>
            <a:r>
              <a:rPr lang="en-US" altLang="zh-CN" sz="1400" dirty="0">
                <a:latin typeface="Verdana" panose="020B0604030504040204" pitchFamily="34" charset="0"/>
                <a:ea typeface="宋体" panose="02010600030101010101" pitchFamily="2" charset="-122"/>
              </a:rPr>
              <a:t>"&gt;</a:t>
            </a:r>
          </a:p>
          <a:p>
            <a:pPr marL="0" indent="0">
              <a:lnSpc>
                <a:spcPts val="1700"/>
              </a:lnSpc>
              <a:spcBef>
                <a:spcPts val="0"/>
              </a:spcBef>
              <a:spcAft>
                <a:spcPts val="0"/>
              </a:spcAft>
              <a:buNone/>
            </a:pPr>
            <a:r>
              <a:rPr lang="en-US" altLang="zh-CN" sz="1400" dirty="0">
                <a:latin typeface="Verdana" panose="020B0604030504040204" pitchFamily="34" charset="0"/>
                <a:ea typeface="宋体" panose="02010600030101010101" pitchFamily="2" charset="-122"/>
              </a:rPr>
              <a:t>     function load(){alert("</a:t>
            </a:r>
            <a:r>
              <a:rPr lang="zh-CN" altLang="en-US" sz="1400" dirty="0">
                <a:latin typeface="Verdana" panose="020B0604030504040204" pitchFamily="34" charset="0"/>
                <a:ea typeface="宋体" panose="02010600030101010101" pitchFamily="2" charset="-122"/>
              </a:rPr>
              <a:t>欢迎访问本页面</a:t>
            </a:r>
            <a:r>
              <a:rPr lang="en-US" altLang="zh-CN" sz="1400" dirty="0">
                <a:latin typeface="Verdana" panose="020B0604030504040204" pitchFamily="34" charset="0"/>
                <a:ea typeface="宋体" panose="02010600030101010101" pitchFamily="2" charset="-122"/>
              </a:rPr>
              <a:t>!");}</a:t>
            </a:r>
          </a:p>
          <a:p>
            <a:pPr marL="0" indent="0">
              <a:lnSpc>
                <a:spcPts val="1700"/>
              </a:lnSpc>
              <a:spcBef>
                <a:spcPts val="0"/>
              </a:spcBef>
              <a:spcAft>
                <a:spcPts val="0"/>
              </a:spcAft>
              <a:buNone/>
            </a:pPr>
            <a:r>
              <a:rPr lang="en-US" altLang="zh-CN" sz="1400" dirty="0">
                <a:latin typeface="Verdana" panose="020B0604030504040204" pitchFamily="34" charset="0"/>
                <a:ea typeface="宋体" panose="02010600030101010101" pitchFamily="2" charset="-122"/>
              </a:rPr>
              <a:t>     function </a:t>
            </a:r>
            <a:r>
              <a:rPr lang="en-US" altLang="zh-CN" sz="1400" dirty="0" err="1">
                <a:latin typeface="Verdana" panose="020B0604030504040204" pitchFamily="34" charset="0"/>
                <a:ea typeface="宋体" panose="02010600030101010101" pitchFamily="2" charset="-122"/>
              </a:rPr>
              <a:t>myunload</a:t>
            </a:r>
            <a:r>
              <a:rPr lang="en-US" altLang="zh-CN" sz="1400" dirty="0">
                <a:latin typeface="Verdana" panose="020B0604030504040204" pitchFamily="34" charset="0"/>
                <a:ea typeface="宋体" panose="02010600030101010101" pitchFamily="2" charset="-122"/>
              </a:rPr>
              <a:t>(){</a:t>
            </a:r>
            <a:r>
              <a:rPr lang="en-US" altLang="zh-CN" sz="1400" dirty="0">
                <a:solidFill>
                  <a:srgbClr val="FF0000"/>
                </a:solidFill>
                <a:latin typeface="Verdana" panose="020B0604030504040204" pitchFamily="34" charset="0"/>
                <a:ea typeface="宋体" panose="02010600030101010101" pitchFamily="2" charset="-122"/>
              </a:rPr>
              <a:t>return</a:t>
            </a:r>
            <a:r>
              <a:rPr lang="en-US" altLang="zh-CN" sz="1400" dirty="0">
                <a:latin typeface="Verdana" panose="020B0604030504040204" pitchFamily="34" charset="0"/>
                <a:ea typeface="宋体" panose="02010600030101010101" pitchFamily="2" charset="-122"/>
              </a:rPr>
              <a:t> "</a:t>
            </a:r>
            <a:r>
              <a:rPr lang="zh-CN" altLang="en-US" sz="1400" dirty="0">
                <a:latin typeface="Verdana" panose="020B0604030504040204" pitchFamily="34" charset="0"/>
                <a:ea typeface="宋体" panose="02010600030101010101" pitchFamily="2" charset="-122"/>
              </a:rPr>
              <a:t>欢迎下次访问</a:t>
            </a:r>
            <a:r>
              <a:rPr lang="en-US" altLang="zh-CN" sz="1400" dirty="0">
                <a:latin typeface="Verdana" panose="020B0604030504040204" pitchFamily="34" charset="0"/>
                <a:ea typeface="宋体" panose="02010600030101010101" pitchFamily="2" charset="-122"/>
              </a:rPr>
              <a:t>!";}</a:t>
            </a:r>
          </a:p>
          <a:p>
            <a:pPr marL="0" indent="0">
              <a:lnSpc>
                <a:spcPts val="1700"/>
              </a:lnSpc>
              <a:spcBef>
                <a:spcPts val="0"/>
              </a:spcBef>
              <a:spcAft>
                <a:spcPts val="0"/>
              </a:spcAft>
              <a:buNone/>
            </a:pPr>
            <a:r>
              <a:rPr lang="en-US" altLang="zh-CN" sz="1400" dirty="0">
                <a:latin typeface="Verdana" panose="020B0604030504040204" pitchFamily="34" charset="0"/>
                <a:ea typeface="宋体" panose="02010600030101010101" pitchFamily="2" charset="-122"/>
              </a:rPr>
              <a:t>    &lt;/script&gt;</a:t>
            </a:r>
          </a:p>
          <a:p>
            <a:pPr marL="0" indent="0">
              <a:lnSpc>
                <a:spcPts val="1700"/>
              </a:lnSpc>
              <a:spcBef>
                <a:spcPts val="0"/>
              </a:spcBef>
              <a:spcAft>
                <a:spcPts val="0"/>
              </a:spcAft>
              <a:buNone/>
            </a:pPr>
            <a:r>
              <a:rPr lang="en-US" altLang="zh-CN" sz="1400" dirty="0">
                <a:latin typeface="Verdana" panose="020B0604030504040204" pitchFamily="34" charset="0"/>
                <a:ea typeface="宋体" panose="02010600030101010101" pitchFamily="2" charset="-122"/>
              </a:rPr>
              <a:t>  &lt;/head&gt;</a:t>
            </a:r>
          </a:p>
          <a:p>
            <a:pPr marL="0" indent="0">
              <a:lnSpc>
                <a:spcPts val="1700"/>
              </a:lnSpc>
              <a:spcBef>
                <a:spcPts val="0"/>
              </a:spcBef>
              <a:spcAft>
                <a:spcPts val="0"/>
              </a:spcAft>
              <a:buNone/>
            </a:pPr>
            <a:r>
              <a:rPr lang="en-US" altLang="zh-CN" sz="1400" dirty="0">
                <a:latin typeface="Verdana" panose="020B0604030504040204" pitchFamily="34" charset="0"/>
                <a:ea typeface="宋体" panose="02010600030101010101" pitchFamily="2" charset="-122"/>
              </a:rPr>
              <a:t>  &lt;body </a:t>
            </a:r>
            <a:r>
              <a:rPr lang="en-US" altLang="zh-CN" sz="1400" dirty="0" err="1">
                <a:latin typeface="Verdana" panose="020B0604030504040204" pitchFamily="34" charset="0"/>
                <a:ea typeface="宋体" panose="02010600030101010101" pitchFamily="2" charset="-122"/>
              </a:rPr>
              <a:t>onload</a:t>
            </a:r>
            <a:r>
              <a:rPr lang="en-US" altLang="zh-CN" sz="1400" dirty="0">
                <a:latin typeface="Verdana" panose="020B0604030504040204" pitchFamily="34" charset="0"/>
                <a:ea typeface="宋体" panose="02010600030101010101" pitchFamily="2" charset="-122"/>
              </a:rPr>
              <a:t>="load();" </a:t>
            </a:r>
            <a:r>
              <a:rPr lang="en-US" altLang="zh-CN" sz="1400" dirty="0" err="1">
                <a:solidFill>
                  <a:srgbClr val="FF0000"/>
                </a:solidFill>
                <a:latin typeface="Verdana" panose="020B0604030504040204" pitchFamily="34" charset="0"/>
                <a:ea typeface="宋体" panose="02010600030101010101" pitchFamily="2" charset="-122"/>
              </a:rPr>
              <a:t>onbeforeunload</a:t>
            </a:r>
            <a:r>
              <a:rPr lang="en-US" altLang="zh-CN" sz="1400" dirty="0">
                <a:latin typeface="Verdana" panose="020B0604030504040204" pitchFamily="34" charset="0"/>
                <a:ea typeface="宋体" panose="02010600030101010101" pitchFamily="2" charset="-122"/>
              </a:rPr>
              <a:t>="</a:t>
            </a:r>
            <a:r>
              <a:rPr lang="en-US" altLang="zh-CN" sz="1400" dirty="0">
                <a:solidFill>
                  <a:srgbClr val="FF0000"/>
                </a:solidFill>
                <a:latin typeface="Verdana" panose="020B0604030504040204" pitchFamily="34" charset="0"/>
                <a:ea typeface="宋体" panose="02010600030101010101" pitchFamily="2" charset="-122"/>
              </a:rPr>
              <a:t>return</a:t>
            </a:r>
            <a:r>
              <a:rPr lang="en-US" altLang="zh-CN" sz="1400" dirty="0">
                <a:latin typeface="Verdana" panose="020B0604030504040204" pitchFamily="34" charset="0"/>
                <a:ea typeface="宋体" panose="02010600030101010101" pitchFamily="2" charset="-122"/>
              </a:rPr>
              <a:t> </a:t>
            </a:r>
            <a:r>
              <a:rPr lang="en-US" altLang="zh-CN" sz="1400" dirty="0" err="1">
                <a:latin typeface="Verdana" panose="020B0604030504040204" pitchFamily="34" charset="0"/>
                <a:ea typeface="宋体" panose="02010600030101010101" pitchFamily="2" charset="-122"/>
              </a:rPr>
              <a:t>myunload</a:t>
            </a:r>
            <a:r>
              <a:rPr lang="en-US" altLang="zh-CN" sz="1400" dirty="0">
                <a:latin typeface="Verdana" panose="020B0604030504040204" pitchFamily="34" charset="0"/>
                <a:ea typeface="宋体" panose="02010600030101010101" pitchFamily="2" charset="-122"/>
              </a:rPr>
              <a:t>();" </a:t>
            </a:r>
          </a:p>
          <a:p>
            <a:pPr marL="0" indent="0">
              <a:lnSpc>
                <a:spcPts val="1700"/>
              </a:lnSpc>
              <a:spcBef>
                <a:spcPts val="0"/>
              </a:spcBef>
              <a:spcAft>
                <a:spcPts val="0"/>
              </a:spcAft>
              <a:buNone/>
            </a:pPr>
            <a:r>
              <a:rPr lang="en-US" altLang="zh-CN" sz="1400" dirty="0">
                <a:latin typeface="Verdana" panose="020B0604030504040204" pitchFamily="34" charset="0"/>
                <a:ea typeface="宋体" panose="02010600030101010101" pitchFamily="2" charset="-122"/>
              </a:rPr>
              <a:t>  &lt;h4&gt;</a:t>
            </a:r>
            <a:r>
              <a:rPr lang="zh-CN" altLang="en-US" sz="1400" dirty="0">
                <a:latin typeface="Verdana" panose="020B0604030504040204" pitchFamily="34" charset="0"/>
                <a:ea typeface="宋体" panose="02010600030101010101" pitchFamily="2" charset="-122"/>
              </a:rPr>
              <a:t>窗口事件的应用</a:t>
            </a:r>
            <a:r>
              <a:rPr lang="en-US" altLang="zh-CN" sz="1400" dirty="0">
                <a:latin typeface="Verdana" panose="020B0604030504040204" pitchFamily="34" charset="0"/>
                <a:ea typeface="宋体" panose="02010600030101010101" pitchFamily="2" charset="-122"/>
              </a:rPr>
              <a:t>&lt;/h4&gt;</a:t>
            </a:r>
          </a:p>
          <a:p>
            <a:pPr marL="0" indent="0">
              <a:lnSpc>
                <a:spcPts val="1700"/>
              </a:lnSpc>
              <a:spcBef>
                <a:spcPts val="0"/>
              </a:spcBef>
              <a:spcAft>
                <a:spcPts val="0"/>
              </a:spcAft>
              <a:buNone/>
            </a:pPr>
            <a:r>
              <a:rPr lang="en-US" altLang="zh-CN" sz="1400" dirty="0">
                <a:latin typeface="Verdana" panose="020B0604030504040204" pitchFamily="34" charset="0"/>
                <a:ea typeface="宋体" panose="02010600030101010101" pitchFamily="2" charset="-122"/>
              </a:rPr>
              <a:t>  &lt;p </a:t>
            </a:r>
            <a:r>
              <a:rPr lang="en-US" altLang="zh-CN" sz="1400" dirty="0" err="1">
                <a:latin typeface="Verdana" panose="020B0604030504040204" pitchFamily="34" charset="0"/>
                <a:ea typeface="宋体" panose="02010600030101010101" pitchFamily="2" charset="-122"/>
              </a:rPr>
              <a:t>onclick</a:t>
            </a:r>
            <a:r>
              <a:rPr lang="en-US" altLang="zh-CN" sz="1400" dirty="0">
                <a:latin typeface="Verdana" panose="020B0604030504040204" pitchFamily="34" charset="0"/>
                <a:ea typeface="宋体" panose="02010600030101010101" pitchFamily="2" charset="-122"/>
              </a:rPr>
              <a:t>="alert('</a:t>
            </a:r>
            <a:r>
              <a:rPr lang="zh-CN" altLang="en-US" sz="1400" dirty="0">
                <a:latin typeface="Verdana" panose="020B0604030504040204" pitchFamily="34" charset="0"/>
                <a:ea typeface="宋体" panose="02010600030101010101" pitchFamily="2" charset="-122"/>
              </a:rPr>
              <a:t>单击我！</a:t>
            </a:r>
            <a:r>
              <a:rPr lang="en-US" altLang="zh-CN" sz="1400" dirty="0">
                <a:latin typeface="Verdana" panose="020B0604030504040204" pitchFamily="34" charset="0"/>
                <a:ea typeface="宋体" panose="02010600030101010101" pitchFamily="2" charset="-122"/>
              </a:rPr>
              <a:t>')"&gt;</a:t>
            </a:r>
            <a:r>
              <a:rPr lang="zh-CN" altLang="en-US" sz="1400" dirty="0">
                <a:latin typeface="Verdana" panose="020B0604030504040204" pitchFamily="34" charset="0"/>
                <a:ea typeface="宋体" panose="02010600030101010101" pitchFamily="2" charset="-122"/>
              </a:rPr>
              <a:t>单击我！</a:t>
            </a:r>
            <a:r>
              <a:rPr lang="en-US" altLang="zh-CN" sz="1400" dirty="0">
                <a:latin typeface="Verdana" panose="020B0604030504040204" pitchFamily="34" charset="0"/>
                <a:ea typeface="宋体" panose="02010600030101010101" pitchFamily="2" charset="-122"/>
              </a:rPr>
              <a:t>&lt;/p&gt;</a:t>
            </a:r>
          </a:p>
          <a:p>
            <a:pPr marL="0" indent="0">
              <a:lnSpc>
                <a:spcPts val="1700"/>
              </a:lnSpc>
              <a:spcBef>
                <a:spcPts val="0"/>
              </a:spcBef>
              <a:spcAft>
                <a:spcPts val="0"/>
              </a:spcAft>
              <a:buNone/>
            </a:pPr>
            <a:r>
              <a:rPr lang="en-US" altLang="zh-CN" sz="1400" dirty="0">
                <a:latin typeface="Verdana" panose="020B0604030504040204" pitchFamily="34" charset="0"/>
                <a:ea typeface="宋体" panose="02010600030101010101" pitchFamily="2" charset="-122"/>
              </a:rPr>
              <a:t>  &lt;/body&gt;</a:t>
            </a:r>
          </a:p>
          <a:p>
            <a:pPr marL="0" indent="0">
              <a:lnSpc>
                <a:spcPts val="1700"/>
              </a:lnSpc>
              <a:spcBef>
                <a:spcPts val="0"/>
              </a:spcBef>
              <a:spcAft>
                <a:spcPts val="0"/>
              </a:spcAft>
              <a:buNone/>
            </a:pPr>
            <a:r>
              <a:rPr lang="en-US" altLang="zh-CN" sz="1400" dirty="0">
                <a:latin typeface="Verdana" panose="020B0604030504040204" pitchFamily="34" charset="0"/>
                <a:ea typeface="宋体" panose="02010600030101010101" pitchFamily="2" charset="-122"/>
              </a:rPr>
              <a:t>&lt;/html&gt;</a:t>
            </a:r>
            <a:endParaRPr lang="zh-CN" altLang="en-US" sz="1000" dirty="0">
              <a:ea typeface="宋体" panose="02010600030101010101" pitchFamily="2" charset="-122"/>
            </a:endParaRPr>
          </a:p>
        </p:txBody>
      </p:sp>
      <p:pic>
        <p:nvPicPr>
          <p:cNvPr id="2051" name="Picture 3"/>
          <p:cNvPicPr>
            <a:picLocks noChangeAspect="1" noChangeArrowheads="1"/>
          </p:cNvPicPr>
          <p:nvPr/>
        </p:nvPicPr>
        <p:blipFill>
          <a:blip r:embed="rId2" cstate="print"/>
          <a:srcRect/>
          <a:stretch>
            <a:fillRect/>
          </a:stretch>
        </p:blipFill>
        <p:spPr bwMode="auto">
          <a:xfrm>
            <a:off x="5410200" y="1047750"/>
            <a:ext cx="3519488" cy="1350441"/>
          </a:xfrm>
          <a:prstGeom prst="rect">
            <a:avLst/>
          </a:prstGeom>
          <a:noFill/>
          <a:ln w="9525">
            <a:noFill/>
            <a:miter lim="800000"/>
            <a:headEnd/>
            <a:tailEnd/>
          </a:ln>
        </p:spPr>
      </p:pic>
      <p:pic>
        <p:nvPicPr>
          <p:cNvPr id="2052" name="Picture 4"/>
          <p:cNvPicPr>
            <a:picLocks noChangeAspect="1" noChangeArrowheads="1"/>
          </p:cNvPicPr>
          <p:nvPr/>
        </p:nvPicPr>
        <p:blipFill>
          <a:blip r:embed="rId3" cstate="print"/>
          <a:srcRect/>
          <a:stretch>
            <a:fillRect/>
          </a:stretch>
        </p:blipFill>
        <p:spPr bwMode="auto">
          <a:xfrm>
            <a:off x="5486400" y="2640106"/>
            <a:ext cx="3429000" cy="1084169"/>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2579">
                                            <p:txEl>
                                              <p:pRg st="0" end="0"/>
                                            </p:txEl>
                                          </p:spTgt>
                                        </p:tgtEl>
                                        <p:attrNameLst>
                                          <p:attrName>style.visibility</p:attrName>
                                        </p:attrNameLst>
                                      </p:cBhvr>
                                      <p:to>
                                        <p:strVal val="visible"/>
                                      </p:to>
                                    </p:set>
                                    <p:anim calcmode="lin" valueType="num">
                                      <p:cBhvr additive="base">
                                        <p:cTn id="7" dur="500" fill="hold"/>
                                        <p:tgtEl>
                                          <p:spTgt spid="1525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25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2579">
                                            <p:txEl>
                                              <p:pRg st="1" end="1"/>
                                            </p:txEl>
                                          </p:spTgt>
                                        </p:tgtEl>
                                        <p:attrNameLst>
                                          <p:attrName>style.visibility</p:attrName>
                                        </p:attrNameLst>
                                      </p:cBhvr>
                                      <p:to>
                                        <p:strVal val="visible"/>
                                      </p:to>
                                    </p:set>
                                    <p:anim calcmode="lin" valueType="num">
                                      <p:cBhvr additive="base">
                                        <p:cTn id="13" dur="500" fill="hold"/>
                                        <p:tgtEl>
                                          <p:spTgt spid="1525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25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2579">
                                            <p:txEl>
                                              <p:pRg st="2" end="2"/>
                                            </p:txEl>
                                          </p:spTgt>
                                        </p:tgtEl>
                                        <p:attrNameLst>
                                          <p:attrName>style.visibility</p:attrName>
                                        </p:attrNameLst>
                                      </p:cBhvr>
                                      <p:to>
                                        <p:strVal val="visible"/>
                                      </p:to>
                                    </p:set>
                                    <p:anim calcmode="lin" valueType="num">
                                      <p:cBhvr additive="base">
                                        <p:cTn id="19" dur="500" fill="hold"/>
                                        <p:tgtEl>
                                          <p:spTgt spid="15257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25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2579">
                                            <p:txEl>
                                              <p:pRg st="3" end="3"/>
                                            </p:txEl>
                                          </p:spTgt>
                                        </p:tgtEl>
                                        <p:attrNameLst>
                                          <p:attrName>style.visibility</p:attrName>
                                        </p:attrNameLst>
                                      </p:cBhvr>
                                      <p:to>
                                        <p:strVal val="visible"/>
                                      </p:to>
                                    </p:set>
                                    <p:anim calcmode="lin" valueType="num">
                                      <p:cBhvr additive="base">
                                        <p:cTn id="25" dur="500" fill="hold"/>
                                        <p:tgtEl>
                                          <p:spTgt spid="15257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257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15.6  </a:t>
            </a:r>
            <a:r>
              <a:rPr lang="zh-CN" altLang="en-US" dirty="0"/>
              <a:t>综合实例</a:t>
            </a:r>
          </a:p>
        </p:txBody>
      </p:sp>
      <p:pic>
        <p:nvPicPr>
          <p:cNvPr id="8194" name="Picture 2"/>
          <p:cNvPicPr>
            <a:picLocks noChangeAspect="1" noChangeArrowheads="1"/>
          </p:cNvPicPr>
          <p:nvPr/>
        </p:nvPicPr>
        <p:blipFill>
          <a:blip r:embed="rId2" cstate="print"/>
          <a:srcRect/>
          <a:stretch>
            <a:fillRect/>
          </a:stretch>
        </p:blipFill>
        <p:spPr bwMode="auto">
          <a:xfrm>
            <a:off x="838200" y="819150"/>
            <a:ext cx="4528267" cy="1600200"/>
          </a:xfrm>
          <a:prstGeom prst="rect">
            <a:avLst/>
          </a:prstGeom>
          <a:noFill/>
          <a:ln w="9525">
            <a:noFill/>
            <a:miter lim="800000"/>
            <a:headEnd/>
            <a:tailEnd/>
          </a:ln>
        </p:spPr>
      </p:pic>
      <p:pic>
        <p:nvPicPr>
          <p:cNvPr id="8195" name="Picture 3"/>
          <p:cNvPicPr>
            <a:picLocks noChangeAspect="1" noChangeArrowheads="1"/>
          </p:cNvPicPr>
          <p:nvPr/>
        </p:nvPicPr>
        <p:blipFill>
          <a:blip r:embed="rId3" cstate="print"/>
          <a:srcRect/>
          <a:stretch>
            <a:fillRect/>
          </a:stretch>
        </p:blipFill>
        <p:spPr bwMode="auto">
          <a:xfrm>
            <a:off x="838200" y="2514600"/>
            <a:ext cx="4508500" cy="1395413"/>
          </a:xfrm>
          <a:prstGeom prst="rect">
            <a:avLst/>
          </a:prstGeom>
          <a:noFill/>
          <a:ln w="9525">
            <a:noFill/>
            <a:miter lim="800000"/>
            <a:headEnd/>
            <a:tailEnd/>
          </a:ln>
        </p:spPr>
      </p:pic>
      <p:sp>
        <p:nvSpPr>
          <p:cNvPr id="5" name="Rectangle 3"/>
          <p:cNvSpPr txBox="1">
            <a:spLocks noChangeArrowheads="1"/>
          </p:cNvSpPr>
          <p:nvPr/>
        </p:nvSpPr>
        <p:spPr>
          <a:xfrm>
            <a:off x="5562601" y="819150"/>
            <a:ext cx="3505199" cy="2819400"/>
          </a:xfrm>
          <a:prstGeom prst="rect">
            <a:avLst/>
          </a:prstGeom>
        </p:spPr>
        <p:txBody>
          <a:bodyPr/>
          <a:lstStyle/>
          <a:p>
            <a:pPr marL="0" marR="0" lvl="0" indent="0" algn="l" defTabSz="1158875" rtl="0" eaLnBrk="0" fontAlgn="base" latinLnBrk="0" hangingPunct="0">
              <a:lnSpc>
                <a:spcPct val="100000"/>
              </a:lnSpc>
              <a:spcBef>
                <a:spcPts val="0"/>
              </a:spcBef>
              <a:spcAft>
                <a:spcPts val="0"/>
              </a:spcAft>
              <a:buClr>
                <a:srgbClr val="0000CC"/>
              </a:buClr>
              <a:buSzPct val="100000"/>
              <a:buFont typeface="Wingdings" panose="05000000000000000000" pitchFamily="2" charset="2"/>
              <a:buNone/>
              <a:defRPr/>
            </a:pPr>
            <a:r>
              <a:rPr kumimoji="0" lang="zh-CN" altLang="en-US"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页面设计分析：</a:t>
            </a:r>
            <a:endParaRPr kumimoji="0" lang="en-US" altLang="zh-CN"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0" marR="0" lvl="0" indent="0" algn="l" defTabSz="1158875" rtl="0" eaLnBrk="0" fontAlgn="base" latinLnBrk="0" hangingPunct="0">
              <a:lnSpc>
                <a:spcPct val="100000"/>
              </a:lnSpc>
              <a:spcBef>
                <a:spcPts val="0"/>
              </a:spcBef>
              <a:spcAft>
                <a:spcPts val="0"/>
              </a:spcAft>
              <a:buClr>
                <a:srgbClr val="0000CC"/>
              </a:buClr>
              <a:buSzPct val="100000"/>
              <a:buFont typeface="Wingdings" panose="05000000000000000000" pitchFamily="2" charset="2"/>
              <a:buNone/>
              <a:defRPr/>
            </a:pPr>
            <a:r>
              <a:rPr lang="en-US" altLang="zh-CN" b="0" kern="0" dirty="0">
                <a:latin typeface="微软雅黑" panose="020B0503020204020204" pitchFamily="34" charset="-122"/>
                <a:ea typeface="微软雅黑" panose="020B0503020204020204" pitchFamily="34" charset="-122"/>
              </a:rPr>
              <a:t>       </a:t>
            </a:r>
            <a:r>
              <a:rPr lang="zh-CN" altLang="en-US" b="0" kern="0" dirty="0">
                <a:latin typeface="微软雅黑" panose="020B0503020204020204" pitchFamily="34" charset="-122"/>
                <a:ea typeface="微软雅黑" panose="020B0503020204020204" pitchFamily="34" charset="-122"/>
              </a:rPr>
              <a:t>采用表单和表单控件完成页面布局。采用样式表完成页面效果控制。</a:t>
            </a:r>
            <a:endParaRPr lang="en-US" altLang="zh-CN" b="0" kern="0" dirty="0">
              <a:latin typeface="微软雅黑" panose="020B0503020204020204" pitchFamily="34" charset="-122"/>
              <a:ea typeface="微软雅黑" panose="020B0503020204020204" pitchFamily="34" charset="-122"/>
            </a:endParaRPr>
          </a:p>
          <a:p>
            <a:pPr lvl="0" defTabSz="1158875">
              <a:lnSpc>
                <a:spcPct val="100000"/>
              </a:lnSpc>
              <a:spcBef>
                <a:spcPts val="0"/>
              </a:spcBef>
              <a:spcAft>
                <a:spcPts val="0"/>
              </a:spcAft>
              <a:buClr>
                <a:srgbClr val="0000CC"/>
              </a:buClr>
            </a:pPr>
            <a:r>
              <a:rPr kumimoji="0" lang="en-US" altLang="zh-CN"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       </a:t>
            </a:r>
            <a:r>
              <a:rPr kumimoji="0" lang="zh-CN" altLang="en-US"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自定义</a:t>
            </a:r>
            <a:r>
              <a:rPr lang="en-US" b="0" dirty="0">
                <a:latin typeface="微软雅黑" panose="020B0503020204020204" pitchFamily="34" charset="-122"/>
                <a:ea typeface="微软雅黑" panose="020B0503020204020204" pitchFamily="34" charset="-122"/>
              </a:rPr>
              <a:t>2</a:t>
            </a:r>
            <a:r>
              <a:rPr lang="zh-CN" altLang="en-US" b="0" dirty="0">
                <a:latin typeface="微软雅黑" panose="020B0503020204020204" pitchFamily="34" charset="-122"/>
                <a:ea typeface="微软雅黑" panose="020B0503020204020204" pitchFamily="34" charset="-122"/>
              </a:rPr>
              <a:t>个</a:t>
            </a:r>
            <a:r>
              <a:rPr lang="en-US" altLang="zh-CN" b="0" dirty="0">
                <a:latin typeface="微软雅黑" panose="020B0503020204020204" pitchFamily="34" charset="-122"/>
                <a:ea typeface="微软雅黑" panose="020B0503020204020204" pitchFamily="34" charset="-122"/>
              </a:rPr>
              <a:t>JS</a:t>
            </a:r>
            <a:r>
              <a:rPr lang="zh-CN" altLang="en-US" b="0" dirty="0">
                <a:latin typeface="微软雅黑" panose="020B0503020204020204" pitchFamily="34" charset="-122"/>
                <a:ea typeface="微软雅黑" panose="020B0503020204020204" pitchFamily="34" charset="-122"/>
              </a:rPr>
              <a:t>函数，分别是检查输入数据的有效性</a:t>
            </a:r>
            <a:r>
              <a:rPr lang="en-US" b="0" dirty="0" err="1">
                <a:latin typeface="微软雅黑" panose="020B0503020204020204" pitchFamily="34" charset="-122"/>
                <a:ea typeface="微软雅黑" panose="020B0503020204020204" pitchFamily="34" charset="-122"/>
              </a:rPr>
              <a:t>checkReg</a:t>
            </a:r>
            <a:r>
              <a:rPr lang="en-US"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和清除信息</a:t>
            </a:r>
            <a:r>
              <a:rPr lang="en-US" b="0" dirty="0" err="1">
                <a:latin typeface="微软雅黑" panose="020B0503020204020204" pitchFamily="34" charset="-122"/>
                <a:ea typeface="微软雅黑" panose="020B0503020204020204" pitchFamily="34" charset="-122"/>
              </a:rPr>
              <a:t>clearInfo</a:t>
            </a:r>
            <a:r>
              <a:rPr lang="en-US"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函数。</a:t>
            </a:r>
            <a:endParaRPr lang="en-US" altLang="zh-CN" b="0" dirty="0">
              <a:latin typeface="微软雅黑" panose="020B0503020204020204" pitchFamily="34" charset="-122"/>
              <a:ea typeface="微软雅黑" panose="020B0503020204020204" pitchFamily="34" charset="-122"/>
            </a:endParaRPr>
          </a:p>
        </p:txBody>
      </p:sp>
      <p:sp>
        <p:nvSpPr>
          <p:cNvPr id="6" name="矩形 5"/>
          <p:cNvSpPr/>
          <p:nvPr/>
        </p:nvSpPr>
        <p:spPr>
          <a:xfrm>
            <a:off x="533400" y="4000500"/>
            <a:ext cx="8534400" cy="674031"/>
          </a:xfrm>
          <a:prstGeom prst="rect">
            <a:avLst/>
          </a:prstGeom>
        </p:spPr>
        <p:txBody>
          <a:bodyPr wrap="square">
            <a:spAutoFit/>
          </a:bodyPr>
          <a:lstStyle/>
          <a:p>
            <a:pPr>
              <a:buFont typeface="Wingdings" panose="05000000000000000000" pitchFamily="2" charset="2"/>
              <a:buChar char="ü"/>
            </a:pPr>
            <a:r>
              <a:rPr lang="zh-CN" altLang="en-US" b="0" dirty="0">
                <a:latin typeface="微软雅黑" panose="020B0503020204020204" pitchFamily="34" charset="-122"/>
                <a:ea typeface="微软雅黑" panose="020B0503020204020204" pitchFamily="34" charset="-122"/>
              </a:rPr>
              <a:t>通过</a:t>
            </a:r>
            <a:r>
              <a:rPr lang="en-US" altLang="zh-CN" b="0" dirty="0">
                <a:latin typeface="微软雅黑" panose="020B0503020204020204" pitchFamily="34" charset="-122"/>
                <a:ea typeface="微软雅黑" panose="020B0503020204020204" pitchFamily="34" charset="-122"/>
              </a:rPr>
              <a:t>ID</a:t>
            </a:r>
            <a:r>
              <a:rPr lang="zh-CN" altLang="en-US" b="0" dirty="0">
                <a:latin typeface="微软雅黑" panose="020B0503020204020204" pitchFamily="34" charset="-122"/>
                <a:ea typeface="微软雅黑" panose="020B0503020204020204" pitchFamily="34" charset="-122"/>
              </a:rPr>
              <a:t>获取页面元素的通用函数：</a:t>
            </a:r>
            <a:endParaRPr lang="en-US" altLang="zh-CN" b="0" dirty="0">
              <a:latin typeface="微软雅黑" panose="020B0503020204020204" pitchFamily="34" charset="-122"/>
              <a:ea typeface="微软雅黑" panose="020B0503020204020204" pitchFamily="34" charset="-122"/>
            </a:endParaRPr>
          </a:p>
          <a:p>
            <a:pPr>
              <a:lnSpc>
                <a:spcPct val="100000"/>
              </a:lnSpc>
              <a:spcBef>
                <a:spcPts val="0"/>
              </a:spcBef>
            </a:pPr>
            <a:r>
              <a:rPr lang="en-US" altLang="zh-CN" sz="1800" b="0" dirty="0">
                <a:solidFill>
                  <a:srgbClr val="FF0000"/>
                </a:solidFill>
                <a:latin typeface="微软雅黑" panose="020B0503020204020204" pitchFamily="34" charset="-122"/>
                <a:ea typeface="微软雅黑" panose="020B0503020204020204" pitchFamily="34" charset="-122"/>
              </a:rPr>
              <a:t>              function $(id){ return </a:t>
            </a:r>
            <a:r>
              <a:rPr lang="en-US" altLang="zh-CN" sz="1800" b="0" dirty="0" err="1">
                <a:solidFill>
                  <a:srgbClr val="FF0000"/>
                </a:solidFill>
                <a:latin typeface="微软雅黑" panose="020B0503020204020204" pitchFamily="34" charset="-122"/>
                <a:ea typeface="微软雅黑" panose="020B0503020204020204" pitchFamily="34" charset="-122"/>
              </a:rPr>
              <a:t>document.getElementById</a:t>
            </a:r>
            <a:r>
              <a:rPr lang="en-US" altLang="zh-CN" sz="1800" b="0" dirty="0">
                <a:solidFill>
                  <a:srgbClr val="FF0000"/>
                </a:solidFill>
                <a:latin typeface="微软雅黑" panose="020B0503020204020204" pitchFamily="34" charset="-122"/>
                <a:ea typeface="微软雅黑" panose="020B0503020204020204" pitchFamily="34" charset="-122"/>
              </a:rPr>
              <a:t>(id); }</a:t>
            </a:r>
            <a:endParaRPr lang="zh-CN" altLang="en-US" sz="1800" b="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ox(i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ox(i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ox(in)">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15.6  </a:t>
            </a:r>
            <a:r>
              <a:rPr lang="zh-CN" altLang="en-US" dirty="0"/>
              <a:t>综合实例</a:t>
            </a:r>
            <a:r>
              <a:rPr lang="en-US" altLang="zh-CN" dirty="0"/>
              <a:t>-</a:t>
            </a:r>
            <a:r>
              <a:rPr lang="zh-CN" altLang="en-US" dirty="0"/>
              <a:t>代码</a:t>
            </a:r>
          </a:p>
        </p:txBody>
      </p:sp>
      <p:sp>
        <p:nvSpPr>
          <p:cNvPr id="5" name="矩形 4"/>
          <p:cNvSpPr/>
          <p:nvPr/>
        </p:nvSpPr>
        <p:spPr>
          <a:xfrm>
            <a:off x="533400" y="819150"/>
            <a:ext cx="5257800" cy="3862596"/>
          </a:xfrm>
          <a:prstGeom prst="rect">
            <a:avLst/>
          </a:prstGeom>
        </p:spPr>
        <p:txBody>
          <a:bodyPr wrap="square">
            <a:spAutoFit/>
          </a:bodyPr>
          <a:lstStyle/>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  edu_15_6_1.html --&gt;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a:t>
            </a:r>
            <a:r>
              <a:rPr lang="en-US" altLang="zh-CN" sz="1400" b="0" dirty="0" err="1">
                <a:latin typeface="Verdana" panose="020B0604030504040204" pitchFamily="34" charset="0"/>
                <a:ea typeface="Verdana" panose="020B0604030504040204" pitchFamily="34" charset="0"/>
                <a:cs typeface="Verdana" panose="020B0604030504040204" pitchFamily="34" charset="0"/>
              </a:rPr>
              <a:t>doctype</a:t>
            </a:r>
            <a:r>
              <a:rPr lang="en-US" altLang="zh-CN" sz="1400" b="0" dirty="0">
                <a:latin typeface="Verdana" panose="020B0604030504040204" pitchFamily="34" charset="0"/>
                <a:ea typeface="Verdana" panose="020B0604030504040204" pitchFamily="34" charset="0"/>
                <a:cs typeface="Verdana" panose="020B0604030504040204" pitchFamily="34" charset="0"/>
              </a:rPr>
              <a:t> html&gt;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&lt;html </a:t>
            </a:r>
            <a:r>
              <a:rPr lang="en-US" altLang="zh-CN" sz="1400" b="0" dirty="0" err="1">
                <a:latin typeface="Verdana" panose="020B0604030504040204" pitchFamily="34" charset="0"/>
                <a:ea typeface="Verdana" panose="020B0604030504040204" pitchFamily="34" charset="0"/>
                <a:cs typeface="Verdana" panose="020B0604030504040204" pitchFamily="34" charset="0"/>
              </a:rPr>
              <a:t>lang</a:t>
            </a:r>
            <a:r>
              <a:rPr lang="en-US" altLang="zh-CN" sz="1400" b="0" dirty="0">
                <a:latin typeface="Verdana" panose="020B0604030504040204" pitchFamily="34" charset="0"/>
                <a:ea typeface="Verdana" panose="020B0604030504040204" pitchFamily="34" charset="0"/>
                <a:cs typeface="Verdana" panose="020B0604030504040204" pitchFamily="34" charset="0"/>
              </a:rPr>
              <a:t>="en"&gt;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&lt;head&gt;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&lt;meta </a:t>
            </a:r>
            <a:r>
              <a:rPr lang="en-US" altLang="zh-CN" sz="1400" b="0" dirty="0" err="1">
                <a:latin typeface="Verdana" panose="020B0604030504040204" pitchFamily="34" charset="0"/>
                <a:ea typeface="Verdana" panose="020B0604030504040204" pitchFamily="34" charset="0"/>
                <a:cs typeface="Verdana" panose="020B0604030504040204" pitchFamily="34" charset="0"/>
              </a:rPr>
              <a:t>charset</a:t>
            </a:r>
            <a:r>
              <a:rPr lang="en-US" altLang="zh-CN" sz="1400" b="0" dirty="0">
                <a:latin typeface="Verdana" panose="020B0604030504040204" pitchFamily="34" charset="0"/>
                <a:ea typeface="Verdana" panose="020B0604030504040204" pitchFamily="34" charset="0"/>
                <a:cs typeface="Verdana" panose="020B0604030504040204" pitchFamily="34" charset="0"/>
              </a:rPr>
              <a:t>="UTF-8"&gt;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&lt;title&gt;</a:t>
            </a:r>
            <a:r>
              <a:rPr lang="zh-CN" altLang="en-US" sz="1400" b="0" dirty="0">
                <a:latin typeface="Verdana" panose="020B0604030504040204" pitchFamily="34" charset="0"/>
                <a:cs typeface="Verdana" panose="020B0604030504040204" pitchFamily="34" charset="0"/>
              </a:rPr>
              <a:t>用户注册页面</a:t>
            </a:r>
            <a:r>
              <a:rPr lang="en-US" altLang="zh-CN" sz="1400" b="0" dirty="0">
                <a:latin typeface="Verdana" panose="020B0604030504040204" pitchFamily="34" charset="0"/>
                <a:ea typeface="Verdana" panose="020B0604030504040204" pitchFamily="34" charset="0"/>
                <a:cs typeface="Verdana" panose="020B0604030504040204" pitchFamily="34" charset="0"/>
              </a:rPr>
              <a:t>&lt;/title&gt;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&lt;style type="text/</a:t>
            </a:r>
            <a:r>
              <a:rPr lang="en-US" altLang="zh-CN" sz="1400" b="0" dirty="0" err="1">
                <a:latin typeface="Verdana" panose="020B0604030504040204" pitchFamily="34" charset="0"/>
                <a:ea typeface="Verdana" panose="020B0604030504040204" pitchFamily="34" charset="0"/>
                <a:cs typeface="Verdana" panose="020B0604030504040204" pitchFamily="34" charset="0"/>
              </a:rPr>
              <a:t>css</a:t>
            </a:r>
            <a:r>
              <a:rPr lang="en-US" altLang="zh-CN" sz="1400" b="0" dirty="0">
                <a:latin typeface="Verdana" panose="020B0604030504040204" pitchFamily="34" charset="0"/>
                <a:ea typeface="Verdana" panose="020B0604030504040204" pitchFamily="34" charset="0"/>
                <a:cs typeface="Verdana" panose="020B0604030504040204" pitchFamily="34" charset="0"/>
              </a:rPr>
              <a:t>"&gt;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strong{</a:t>
            </a:r>
            <a:r>
              <a:rPr lang="en-US" altLang="zh-CN" sz="1400" b="0" dirty="0" err="1">
                <a:latin typeface="Verdana" panose="020B0604030504040204" pitchFamily="34" charset="0"/>
                <a:ea typeface="Verdana" panose="020B0604030504040204" pitchFamily="34" charset="0"/>
                <a:cs typeface="Verdana" panose="020B0604030504040204" pitchFamily="34" charset="0"/>
              </a:rPr>
              <a:t>color:red;font-style:bolder</a:t>
            </a:r>
            <a:r>
              <a:rPr lang="en-US" altLang="zh-CN" sz="1400" b="0" dirty="0">
                <a:latin typeface="Verdana" panose="020B0604030504040204" pitchFamily="34" charset="0"/>
                <a:ea typeface="Verdana" panose="020B0604030504040204" pitchFamily="34" charset="0"/>
                <a:cs typeface="Verdana" panose="020B0604030504040204" pitchFamily="34" charset="0"/>
              </a:rPr>
              <a:t>;}</a:t>
            </a:r>
          </a:p>
          <a:p>
            <a:pPr>
              <a:lnSpc>
                <a:spcPts val="1400"/>
              </a:lnSpc>
              <a:spcBef>
                <a:spcPts val="0"/>
              </a:spcBef>
            </a:pPr>
            <a:r>
              <a:rPr lang="en-US" altLang="zh-CN" sz="1400" b="0" dirty="0" err="1">
                <a:latin typeface="Verdana" panose="020B0604030504040204" pitchFamily="34" charset="0"/>
                <a:ea typeface="Verdana" panose="020B0604030504040204" pitchFamily="34" charset="0"/>
                <a:cs typeface="Verdana" panose="020B0604030504040204" pitchFamily="34" charset="0"/>
              </a:rPr>
              <a:t>fieldset</a:t>
            </a:r>
            <a:r>
              <a:rPr lang="en-US" altLang="zh-CN" sz="1400" b="0" dirty="0">
                <a:latin typeface="Verdana" panose="020B0604030504040204" pitchFamily="34" charset="0"/>
                <a:ea typeface="Verdana" panose="020B0604030504040204" pitchFamily="34" charset="0"/>
                <a:cs typeface="Verdana" panose="020B0604030504040204" pitchFamily="34" charset="0"/>
              </a:rPr>
              <a:t>{width:560px;height:186px;padding:0px 50px;}</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#button{margin:10px 20px;}</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&lt;/style&gt;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&lt;script  type="text/</a:t>
            </a:r>
            <a:r>
              <a:rPr lang="en-US" altLang="zh-CN" sz="1400" b="0" dirty="0" err="1">
                <a:latin typeface="Verdana" panose="020B0604030504040204" pitchFamily="34" charset="0"/>
                <a:ea typeface="Verdana" panose="020B0604030504040204" pitchFamily="34" charset="0"/>
                <a:cs typeface="Verdana" panose="020B0604030504040204" pitchFamily="34" charset="0"/>
              </a:rPr>
              <a:t>javascript</a:t>
            </a:r>
            <a:r>
              <a:rPr lang="en-US" altLang="zh-CN" sz="1400" b="0" dirty="0">
                <a:latin typeface="Verdana" panose="020B0604030504040204" pitchFamily="34" charset="0"/>
                <a:ea typeface="Verdana" panose="020B0604030504040204" pitchFamily="34" charset="0"/>
                <a:cs typeface="Verdana" panose="020B0604030504040204" pitchFamily="34" charset="0"/>
              </a:rPr>
              <a:t>"&gt;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function $(id){return </a:t>
            </a:r>
            <a:r>
              <a:rPr lang="en-US" altLang="zh-CN" sz="1400" b="0" dirty="0" err="1">
                <a:latin typeface="Verdana" panose="020B0604030504040204" pitchFamily="34" charset="0"/>
                <a:ea typeface="Verdana" panose="020B0604030504040204" pitchFamily="34" charset="0"/>
                <a:cs typeface="Verdana" panose="020B0604030504040204" pitchFamily="34" charset="0"/>
              </a:rPr>
              <a:t>document.getElementById</a:t>
            </a:r>
            <a:r>
              <a:rPr lang="en-US" altLang="zh-CN" sz="1400" b="0" dirty="0">
                <a:latin typeface="Verdana" panose="020B0604030504040204" pitchFamily="34" charset="0"/>
                <a:ea typeface="Verdana" panose="020B0604030504040204" pitchFamily="34" charset="0"/>
                <a:cs typeface="Verdana" panose="020B0604030504040204" pitchFamily="34" charset="0"/>
              </a:rPr>
              <a:t>(id);}</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function </a:t>
            </a:r>
            <a:r>
              <a:rPr lang="en-US" altLang="zh-CN" sz="1400" b="0" dirty="0" err="1">
                <a:latin typeface="Verdana" panose="020B0604030504040204" pitchFamily="34" charset="0"/>
                <a:ea typeface="Verdana" panose="020B0604030504040204" pitchFamily="34" charset="0"/>
                <a:cs typeface="Verdana" panose="020B0604030504040204" pitchFamily="34" charset="0"/>
              </a:rPr>
              <a:t>checkReg</a:t>
            </a:r>
            <a:r>
              <a:rPr lang="en-US" altLang="zh-CN" sz="1400" b="0" dirty="0">
                <a:latin typeface="Verdana" panose="020B0604030504040204" pitchFamily="34" charset="0"/>
                <a:ea typeface="Verdana" panose="020B0604030504040204" pitchFamily="34" charset="0"/>
                <a:cs typeface="Verdana" panose="020B0604030504040204" pitchFamily="34" charset="0"/>
              </a:rPr>
              <a:t>(){			</a:t>
            </a:r>
          </a:p>
          <a:p>
            <a:pPr>
              <a:lnSpc>
                <a:spcPts val="1400"/>
              </a:lnSpc>
              <a:spcBef>
                <a:spcPts val="0"/>
              </a:spcBef>
            </a:pPr>
            <a:r>
              <a:rPr lang="en-US" altLang="zh-CN" sz="1400" b="0" dirty="0" err="1">
                <a:latin typeface="Verdana" panose="020B0604030504040204" pitchFamily="34" charset="0"/>
                <a:ea typeface="Verdana" panose="020B0604030504040204" pitchFamily="34" charset="0"/>
                <a:cs typeface="Verdana" panose="020B0604030504040204" pitchFamily="34" charset="0"/>
              </a:rPr>
              <a:t>var</a:t>
            </a:r>
            <a:r>
              <a:rPr lang="en-US" altLang="zh-CN" sz="1400" b="0" dirty="0">
                <a:latin typeface="Verdana" panose="020B0604030504040204" pitchFamily="34" charset="0"/>
                <a:ea typeface="Verdana" panose="020B0604030504040204" pitchFamily="34" charset="0"/>
                <a:cs typeface="Verdana" panose="020B0604030504040204" pitchFamily="34" charset="0"/>
              </a:rPr>
              <a:t> username=$("</a:t>
            </a:r>
            <a:r>
              <a:rPr lang="en-US" altLang="zh-CN" sz="1400" b="0" dirty="0" err="1">
                <a:latin typeface="Verdana" panose="020B0604030504040204" pitchFamily="34" charset="0"/>
                <a:ea typeface="Verdana" panose="020B0604030504040204" pitchFamily="34" charset="0"/>
                <a:cs typeface="Verdana" panose="020B0604030504040204" pitchFamily="34" charset="0"/>
              </a:rPr>
              <a:t>myname</a:t>
            </a:r>
            <a:r>
              <a:rPr lang="en-US" altLang="zh-CN" sz="1400" b="0" dirty="0">
                <a:latin typeface="Verdana" panose="020B0604030504040204" pitchFamily="34" charset="0"/>
                <a:ea typeface="Verdana" panose="020B0604030504040204" pitchFamily="34" charset="0"/>
                <a:cs typeface="Verdana" panose="020B0604030504040204" pitchFamily="34" charset="0"/>
              </a:rPr>
              <a:t>").value;</a:t>
            </a:r>
          </a:p>
          <a:p>
            <a:pPr>
              <a:lnSpc>
                <a:spcPts val="1400"/>
              </a:lnSpc>
              <a:spcBef>
                <a:spcPts val="0"/>
              </a:spcBef>
            </a:pPr>
            <a:r>
              <a:rPr lang="en-US" altLang="zh-CN" sz="1400" b="0" dirty="0" err="1">
                <a:latin typeface="Verdana" panose="020B0604030504040204" pitchFamily="34" charset="0"/>
                <a:ea typeface="Verdana" panose="020B0604030504040204" pitchFamily="34" charset="0"/>
                <a:cs typeface="Verdana" panose="020B0604030504040204" pitchFamily="34" charset="0"/>
              </a:rPr>
              <a:t>var</a:t>
            </a:r>
            <a:r>
              <a:rPr lang="en-US" altLang="zh-CN" sz="1400" b="0" dirty="0">
                <a:latin typeface="Verdana" panose="020B0604030504040204" pitchFamily="34" charset="0"/>
                <a:ea typeface="Verdana" panose="020B0604030504040204" pitchFamily="34" charset="0"/>
                <a:cs typeface="Verdana" panose="020B0604030504040204" pitchFamily="34" charset="0"/>
              </a:rPr>
              <a:t> </a:t>
            </a:r>
            <a:r>
              <a:rPr lang="en-US" altLang="zh-CN" sz="1400" b="0" dirty="0" err="1">
                <a:latin typeface="Verdana" panose="020B0604030504040204" pitchFamily="34" charset="0"/>
                <a:ea typeface="Verdana" panose="020B0604030504040204" pitchFamily="34" charset="0"/>
                <a:cs typeface="Verdana" panose="020B0604030504040204" pitchFamily="34" charset="0"/>
              </a:rPr>
              <a:t>pwd</a:t>
            </a:r>
            <a:r>
              <a:rPr lang="en-US" altLang="zh-CN" sz="1400" b="0" dirty="0">
                <a:latin typeface="Verdana" panose="020B0604030504040204" pitchFamily="34" charset="0"/>
                <a:ea typeface="Verdana" panose="020B0604030504040204" pitchFamily="34" charset="0"/>
                <a:cs typeface="Verdana" panose="020B0604030504040204" pitchFamily="34" charset="0"/>
              </a:rPr>
              <a:t>=$("mypwd1").value;</a:t>
            </a:r>
          </a:p>
          <a:p>
            <a:pPr>
              <a:lnSpc>
                <a:spcPts val="1400"/>
              </a:lnSpc>
              <a:spcBef>
                <a:spcPts val="0"/>
              </a:spcBef>
            </a:pPr>
            <a:r>
              <a:rPr lang="en-US" altLang="zh-CN" sz="1400" b="0" dirty="0" err="1">
                <a:latin typeface="Verdana" panose="020B0604030504040204" pitchFamily="34" charset="0"/>
                <a:ea typeface="Verdana" panose="020B0604030504040204" pitchFamily="34" charset="0"/>
                <a:cs typeface="Verdana" panose="020B0604030504040204" pitchFamily="34" charset="0"/>
              </a:rPr>
              <a:t>var</a:t>
            </a:r>
            <a:r>
              <a:rPr lang="en-US" altLang="zh-CN" sz="1400" b="0" dirty="0">
                <a:latin typeface="Verdana" panose="020B0604030504040204" pitchFamily="34" charset="0"/>
                <a:ea typeface="Verdana" panose="020B0604030504040204" pitchFamily="34" charset="0"/>
                <a:cs typeface="Verdana" panose="020B0604030504040204" pitchFamily="34" charset="0"/>
              </a:rPr>
              <a:t> </a:t>
            </a:r>
            <a:r>
              <a:rPr lang="en-US" altLang="zh-CN" sz="1400" b="0" dirty="0" err="1">
                <a:latin typeface="Verdana" panose="020B0604030504040204" pitchFamily="34" charset="0"/>
                <a:ea typeface="Verdana" panose="020B0604030504040204" pitchFamily="34" charset="0"/>
                <a:cs typeface="Verdana" panose="020B0604030504040204" pitchFamily="34" charset="0"/>
              </a:rPr>
              <a:t>pwdConfirm</a:t>
            </a:r>
            <a:r>
              <a:rPr lang="en-US" altLang="zh-CN" sz="1400" b="0" dirty="0">
                <a:latin typeface="Verdana" panose="020B0604030504040204" pitchFamily="34" charset="0"/>
                <a:ea typeface="Verdana" panose="020B0604030504040204" pitchFamily="34" charset="0"/>
                <a:cs typeface="Verdana" panose="020B0604030504040204" pitchFamily="34" charset="0"/>
              </a:rPr>
              <a:t>=$("mypwd2").value;</a:t>
            </a:r>
          </a:p>
          <a:p>
            <a:pPr>
              <a:lnSpc>
                <a:spcPts val="1400"/>
              </a:lnSpc>
              <a:spcBef>
                <a:spcPts val="0"/>
              </a:spcBef>
            </a:pPr>
            <a:r>
              <a:rPr lang="en-US" altLang="zh-CN" sz="1400" b="0" dirty="0" err="1">
                <a:latin typeface="Verdana" panose="020B0604030504040204" pitchFamily="34" charset="0"/>
                <a:ea typeface="Verdana" panose="020B0604030504040204" pitchFamily="34" charset="0"/>
                <a:cs typeface="Verdana" panose="020B0604030504040204" pitchFamily="34" charset="0"/>
              </a:rPr>
              <a:t>var</a:t>
            </a:r>
            <a:r>
              <a:rPr lang="en-US" altLang="zh-CN" sz="1400" b="0" dirty="0">
                <a:latin typeface="Verdana" panose="020B0604030504040204" pitchFamily="34" charset="0"/>
                <a:ea typeface="Verdana" panose="020B0604030504040204" pitchFamily="34" charset="0"/>
                <a:cs typeface="Verdana" panose="020B0604030504040204" pitchFamily="34" charset="0"/>
              </a:rPr>
              <a:t> </a:t>
            </a:r>
            <a:r>
              <a:rPr lang="en-US" altLang="zh-CN" sz="1400" b="0" dirty="0" err="1">
                <a:latin typeface="Verdana" panose="020B0604030504040204" pitchFamily="34" charset="0"/>
                <a:ea typeface="Verdana" panose="020B0604030504040204" pitchFamily="34" charset="0"/>
                <a:cs typeface="Verdana" panose="020B0604030504040204" pitchFamily="34" charset="0"/>
              </a:rPr>
              <a:t>checkright</a:t>
            </a:r>
            <a:r>
              <a:rPr lang="en-US" altLang="zh-CN" sz="1400" b="0" dirty="0">
                <a:latin typeface="Verdana" panose="020B0604030504040204" pitchFamily="34" charset="0"/>
                <a:ea typeface="Verdana" panose="020B0604030504040204" pitchFamily="34" charset="0"/>
                <a:cs typeface="Verdana" panose="020B0604030504040204" pitchFamily="34" charset="0"/>
              </a:rPr>
              <a:t>=true;			</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if(username=="" || </a:t>
            </a:r>
            <a:r>
              <a:rPr lang="en-US" altLang="zh-CN" sz="1400" b="0" dirty="0" err="1">
                <a:latin typeface="Verdana" panose="020B0604030504040204" pitchFamily="34" charset="0"/>
                <a:ea typeface="Verdana" panose="020B0604030504040204" pitchFamily="34" charset="0"/>
                <a:cs typeface="Verdana" panose="020B0604030504040204" pitchFamily="34" charset="0"/>
              </a:rPr>
              <a:t>pwd</a:t>
            </a:r>
            <a:r>
              <a:rPr lang="en-US" altLang="zh-CN" sz="1400" b="0" dirty="0">
                <a:latin typeface="Verdana" panose="020B0604030504040204" pitchFamily="34" charset="0"/>
                <a:ea typeface="Verdana" panose="020B0604030504040204" pitchFamily="34" charset="0"/>
                <a:cs typeface="Verdana" panose="020B0604030504040204" pitchFamily="34" charset="0"/>
              </a:rPr>
              <a:t>=="")  //</a:t>
            </a:r>
            <a:r>
              <a:rPr lang="zh-CN" altLang="en-US" sz="1400" b="0" dirty="0">
                <a:latin typeface="Verdana" panose="020B0604030504040204" pitchFamily="34" charset="0"/>
                <a:cs typeface="Verdana" panose="020B0604030504040204" pitchFamily="34" charset="0"/>
              </a:rPr>
              <a:t>两者中有一个为空</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alert("</a:t>
            </a:r>
            <a:r>
              <a:rPr lang="zh-CN" altLang="en-US" sz="1400" b="0" dirty="0">
                <a:latin typeface="Verdana" panose="020B0604030504040204" pitchFamily="34" charset="0"/>
                <a:cs typeface="Verdana" panose="020B0604030504040204" pitchFamily="34" charset="0"/>
              </a:rPr>
              <a:t>请确认用户名和密码输入是否正确！！</a:t>
            </a:r>
            <a:r>
              <a:rPr lang="en-US" altLang="zh-CN" sz="1400" b="0" dirty="0">
                <a:latin typeface="Verdana" panose="020B0604030504040204" pitchFamily="34" charset="0"/>
                <a:ea typeface="Verdana" panose="020B0604030504040204" pitchFamily="34" charset="0"/>
                <a:cs typeface="Verdana" panose="020B0604030504040204" pitchFamily="34" charset="0"/>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en-US" altLang="zh-CN" dirty="0"/>
              <a:t>15.6  </a:t>
            </a:r>
            <a:r>
              <a:rPr lang="zh-CN" altLang="en-US" dirty="0"/>
              <a:t>综合实例</a:t>
            </a:r>
            <a:r>
              <a:rPr lang="en-US" altLang="zh-CN" dirty="0"/>
              <a:t>-</a:t>
            </a:r>
            <a:r>
              <a:rPr lang="zh-CN" altLang="en-US" dirty="0"/>
              <a:t>代码</a:t>
            </a:r>
          </a:p>
        </p:txBody>
      </p:sp>
      <p:sp>
        <p:nvSpPr>
          <p:cNvPr id="5" name="矩形 4"/>
          <p:cNvSpPr/>
          <p:nvPr/>
        </p:nvSpPr>
        <p:spPr>
          <a:xfrm>
            <a:off x="533400" y="842754"/>
            <a:ext cx="4495800" cy="3323987"/>
          </a:xfrm>
          <a:prstGeom prst="rect">
            <a:avLst/>
          </a:prstGeom>
        </p:spPr>
        <p:txBody>
          <a:bodyPr wrap="square">
            <a:spAutoFit/>
          </a:bodyPr>
          <a:lstStyle/>
          <a:p>
            <a:pPr>
              <a:lnSpc>
                <a:spcPts val="1400"/>
              </a:lnSpc>
              <a:spcBef>
                <a:spcPts val="0"/>
              </a:spcBef>
            </a:pPr>
            <a:r>
              <a:rPr lang="en-US" altLang="zh-CN" sz="2400" b="0" dirty="0">
                <a:latin typeface="Verdana" panose="020B0604030504040204" pitchFamily="34" charset="0"/>
                <a:ea typeface="Verdana" panose="020B0604030504040204" pitchFamily="34" charset="0"/>
                <a:cs typeface="Verdana" panose="020B0604030504040204" pitchFamily="34" charset="0"/>
              </a:rPr>
              <a:t>   </a:t>
            </a:r>
            <a:r>
              <a:rPr lang="en-US" altLang="zh-CN" sz="1400" b="0" dirty="0" err="1">
                <a:latin typeface="Verdana" panose="020B0604030504040204" pitchFamily="34" charset="0"/>
                <a:ea typeface="Verdana" panose="020B0604030504040204" pitchFamily="34" charset="0"/>
                <a:cs typeface="Verdana" panose="020B0604030504040204" pitchFamily="34" charset="0"/>
              </a:rPr>
              <a:t>checkright</a:t>
            </a:r>
            <a:r>
              <a:rPr lang="en-US" altLang="zh-CN" sz="1400" b="0" dirty="0">
                <a:latin typeface="Verdana" panose="020B0604030504040204" pitchFamily="34" charset="0"/>
                <a:ea typeface="Verdana" panose="020B0604030504040204" pitchFamily="34" charset="0"/>
                <a:cs typeface="Verdana" panose="020B0604030504040204" pitchFamily="34" charset="0"/>
              </a:rPr>
              <a:t>=false;</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}else     //</a:t>
            </a:r>
            <a:r>
              <a:rPr lang="zh-CN" altLang="en-US" sz="1400" b="0" dirty="0">
                <a:latin typeface="Verdana" panose="020B0604030504040204" pitchFamily="34" charset="0"/>
                <a:cs typeface="Verdana" panose="020B0604030504040204" pitchFamily="34" charset="0"/>
              </a:rPr>
              <a:t>不为空，再判断用户名和密码的长度</a:t>
            </a:r>
            <a:r>
              <a:rPr lang="zh-CN" altLang="en-US" sz="1400" dirty="0">
                <a:latin typeface="Verdana" panose="020B0604030504040204" pitchFamily="34" charset="0"/>
                <a:cs typeface="Verdana" panose="020B0604030504040204" pitchFamily="34" charset="0"/>
              </a:rPr>
              <a:t>合法</a:t>
            </a:r>
            <a:r>
              <a:rPr lang="zh-CN" altLang="en-US" sz="1400" b="0" dirty="0">
                <a:latin typeface="Verdana" panose="020B0604030504040204" pitchFamily="34" charset="0"/>
                <a:cs typeface="Verdana" panose="020B0604030504040204" pitchFamily="34" charset="0"/>
              </a:rPr>
              <a:t>性</a:t>
            </a:r>
            <a:endParaRPr lang="en-US" altLang="zh-CN" sz="1400" b="0" dirty="0">
              <a:latin typeface="Verdana" panose="020B0604030504040204" pitchFamily="34" charset="0"/>
              <a:ea typeface="Verdana" panose="020B0604030504040204" pitchFamily="34" charset="0"/>
              <a:cs typeface="Verdana" panose="020B0604030504040204" pitchFamily="34" charset="0"/>
            </a:endParaRP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if(</a:t>
            </a:r>
            <a:r>
              <a:rPr lang="en-US" altLang="zh-CN" sz="1400" b="0" dirty="0" err="1">
                <a:latin typeface="Verdana" panose="020B0604030504040204" pitchFamily="34" charset="0"/>
                <a:ea typeface="Verdana" panose="020B0604030504040204" pitchFamily="34" charset="0"/>
                <a:cs typeface="Verdana" panose="020B0604030504040204" pitchFamily="34" charset="0"/>
              </a:rPr>
              <a:t>username.length</a:t>
            </a:r>
            <a:r>
              <a:rPr lang="en-US" altLang="zh-CN" sz="1400" b="0" dirty="0">
                <a:latin typeface="Verdana" panose="020B0604030504040204" pitchFamily="34" charset="0"/>
                <a:ea typeface="Verdana" panose="020B0604030504040204" pitchFamily="34" charset="0"/>
                <a:cs typeface="Verdana" panose="020B0604030504040204" pitchFamily="34" charset="0"/>
              </a:rPr>
              <a:t>&lt;6) {    </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alert("</a:t>
            </a:r>
            <a:r>
              <a:rPr lang="zh-CN" altLang="en-US" sz="1400" b="0" dirty="0">
                <a:latin typeface="Verdana" panose="020B0604030504040204" pitchFamily="34" charset="0"/>
                <a:cs typeface="Verdana" panose="020B0604030504040204" pitchFamily="34" charset="0"/>
              </a:rPr>
              <a:t>用户名长度太短，至少</a:t>
            </a:r>
            <a:r>
              <a:rPr lang="en-US" altLang="zh-CN" sz="1400" b="0" dirty="0">
                <a:latin typeface="Verdana" panose="020B0604030504040204" pitchFamily="34" charset="0"/>
                <a:ea typeface="Verdana" panose="020B0604030504040204" pitchFamily="34" charset="0"/>
                <a:cs typeface="Verdana" panose="020B0604030504040204" pitchFamily="34" charset="0"/>
              </a:rPr>
              <a:t>6</a:t>
            </a:r>
            <a:r>
              <a:rPr lang="zh-CN" altLang="en-US" sz="1400" b="0" dirty="0">
                <a:latin typeface="Verdana" panose="020B0604030504040204" pitchFamily="34" charset="0"/>
                <a:cs typeface="Verdana" panose="020B0604030504040204" pitchFamily="34" charset="0"/>
              </a:rPr>
              <a:t>个字符！！</a:t>
            </a:r>
            <a:r>
              <a:rPr lang="en-US" altLang="zh-CN" sz="1400" b="0" dirty="0">
                <a:latin typeface="Verdana" panose="020B0604030504040204" pitchFamily="34" charset="0"/>
                <a:ea typeface="Verdana" panose="020B0604030504040204" pitchFamily="34" charset="0"/>
                <a:cs typeface="Verdana" panose="020B0604030504040204" pitchFamily="34" charset="0"/>
              </a:rPr>
              <a: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a:t>
            </a:r>
            <a:r>
              <a:rPr lang="en-US" altLang="zh-CN" sz="1400" b="0" dirty="0" err="1">
                <a:latin typeface="Verdana" panose="020B0604030504040204" pitchFamily="34" charset="0"/>
                <a:ea typeface="Verdana" panose="020B0604030504040204" pitchFamily="34" charset="0"/>
                <a:cs typeface="Verdana" panose="020B0604030504040204" pitchFamily="34" charset="0"/>
              </a:rPr>
              <a:t>checkright</a:t>
            </a:r>
            <a:r>
              <a:rPr lang="en-US" altLang="zh-CN" sz="1400" b="0" dirty="0">
                <a:latin typeface="Verdana" panose="020B0604030504040204" pitchFamily="34" charset="0"/>
                <a:ea typeface="Verdana" panose="020B0604030504040204" pitchFamily="34" charset="0"/>
                <a:cs typeface="Verdana" panose="020B0604030504040204" pitchFamily="34" charset="0"/>
              </a:rPr>
              <a:t>=false;</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 else if(</a:t>
            </a:r>
            <a:r>
              <a:rPr lang="en-US" altLang="zh-CN" sz="1400" b="0" dirty="0" err="1">
                <a:latin typeface="Verdana" panose="020B0604030504040204" pitchFamily="34" charset="0"/>
                <a:ea typeface="Verdana" panose="020B0604030504040204" pitchFamily="34" charset="0"/>
                <a:cs typeface="Verdana" panose="020B0604030504040204" pitchFamily="34" charset="0"/>
              </a:rPr>
              <a:t>pwd.length</a:t>
            </a:r>
            <a:r>
              <a:rPr lang="en-US" altLang="zh-CN" sz="1400" b="0" dirty="0">
                <a:latin typeface="Verdana" panose="020B0604030504040204" pitchFamily="34" charset="0"/>
                <a:ea typeface="Verdana" panose="020B0604030504040204" pitchFamily="34" charset="0"/>
                <a:cs typeface="Verdana" panose="020B0604030504040204" pitchFamily="34" charset="0"/>
              </a:rPr>
              <a:t>&lt;6) {</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alert("</a:t>
            </a:r>
            <a:r>
              <a:rPr lang="zh-CN" altLang="en-US" sz="1400" b="0" dirty="0">
                <a:latin typeface="Verdana" panose="020B0604030504040204" pitchFamily="34" charset="0"/>
                <a:cs typeface="Verdana" panose="020B0604030504040204" pitchFamily="34" charset="0"/>
              </a:rPr>
              <a:t>密码长度太短，至少</a:t>
            </a:r>
            <a:r>
              <a:rPr lang="en-US" altLang="zh-CN" sz="1400" b="0" dirty="0">
                <a:latin typeface="Verdana" panose="020B0604030504040204" pitchFamily="34" charset="0"/>
                <a:ea typeface="Verdana" panose="020B0604030504040204" pitchFamily="34" charset="0"/>
                <a:cs typeface="Verdana" panose="020B0604030504040204" pitchFamily="34" charset="0"/>
              </a:rPr>
              <a:t>6</a:t>
            </a:r>
            <a:r>
              <a:rPr lang="zh-CN" altLang="en-US" sz="1400" b="0" dirty="0">
                <a:latin typeface="Verdana" panose="020B0604030504040204" pitchFamily="34" charset="0"/>
                <a:cs typeface="Verdana" panose="020B0604030504040204" pitchFamily="34" charset="0"/>
              </a:rPr>
              <a:t>个字符！！</a:t>
            </a:r>
            <a:r>
              <a:rPr lang="en-US" altLang="zh-CN" sz="1400" b="0" dirty="0">
                <a:latin typeface="Verdana" panose="020B0604030504040204" pitchFamily="34" charset="0"/>
                <a:ea typeface="Verdana" panose="020B0604030504040204" pitchFamily="34" charset="0"/>
                <a:cs typeface="Verdana" panose="020B0604030504040204" pitchFamily="34" charset="0"/>
              </a:rPr>
              <a: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a:t>
            </a:r>
            <a:r>
              <a:rPr lang="en-US" altLang="zh-CN" sz="1400" b="0" dirty="0" err="1">
                <a:latin typeface="Verdana" panose="020B0604030504040204" pitchFamily="34" charset="0"/>
                <a:ea typeface="Verdana" panose="020B0604030504040204" pitchFamily="34" charset="0"/>
                <a:cs typeface="Verdana" panose="020B0604030504040204" pitchFamily="34" charset="0"/>
              </a:rPr>
              <a:t>checkright</a:t>
            </a:r>
            <a:r>
              <a:rPr lang="en-US" altLang="zh-CN" sz="1400" b="0" dirty="0">
                <a:latin typeface="Verdana" panose="020B0604030504040204" pitchFamily="34" charset="0"/>
                <a:ea typeface="Verdana" panose="020B0604030504040204" pitchFamily="34" charset="0"/>
                <a:cs typeface="Verdana" panose="020B0604030504040204" pitchFamily="34" charset="0"/>
              </a:rPr>
              <a:t>=false;</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 else if(</a:t>
            </a:r>
            <a:r>
              <a:rPr lang="en-US" altLang="zh-CN" sz="1400" b="0" dirty="0" err="1">
                <a:latin typeface="Verdana" panose="020B0604030504040204" pitchFamily="34" charset="0"/>
                <a:ea typeface="Verdana" panose="020B0604030504040204" pitchFamily="34" charset="0"/>
                <a:cs typeface="Verdana" panose="020B0604030504040204" pitchFamily="34" charset="0"/>
              </a:rPr>
              <a:t>pwd</a:t>
            </a:r>
            <a:r>
              <a:rPr lang="en-US" altLang="zh-CN" sz="1400" b="0" dirty="0">
                <a:latin typeface="Verdana" panose="020B0604030504040204" pitchFamily="34" charset="0"/>
                <a:ea typeface="Verdana" panose="020B0604030504040204" pitchFamily="34" charset="0"/>
                <a:cs typeface="Verdana" panose="020B0604030504040204" pitchFamily="34" charset="0"/>
              </a:rPr>
              <a:t>!=</a:t>
            </a:r>
            <a:r>
              <a:rPr lang="en-US" altLang="zh-CN" sz="1400" b="0" dirty="0" err="1">
                <a:latin typeface="Verdana" panose="020B0604030504040204" pitchFamily="34" charset="0"/>
                <a:ea typeface="Verdana" panose="020B0604030504040204" pitchFamily="34" charset="0"/>
                <a:cs typeface="Verdana" panose="020B0604030504040204" pitchFamily="34" charset="0"/>
              </a:rPr>
              <a:t>pwdConfirm</a:t>
            </a:r>
            <a:r>
              <a:rPr lang="en-US" altLang="zh-CN" sz="1400" b="0" dirty="0">
                <a:latin typeface="Verdana" panose="020B0604030504040204" pitchFamily="34" charset="0"/>
                <a:ea typeface="Verdana" panose="020B0604030504040204" pitchFamily="34" charset="0"/>
                <a:cs typeface="Verdana" panose="020B0604030504040204" pitchFamily="34" charset="0"/>
              </a:rPr>
              <a:t>) {</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alert("</a:t>
            </a:r>
            <a:r>
              <a:rPr lang="zh-CN" altLang="en-US" sz="1400" b="0" dirty="0">
                <a:latin typeface="Verdana" panose="020B0604030504040204" pitchFamily="34" charset="0"/>
                <a:cs typeface="Verdana" panose="020B0604030504040204" pitchFamily="34" charset="0"/>
              </a:rPr>
              <a:t>两次输入的密码必须一致！！</a:t>
            </a:r>
            <a:r>
              <a:rPr lang="en-US" altLang="zh-CN" sz="1400" b="0" dirty="0">
                <a:latin typeface="Verdana" panose="020B0604030504040204" pitchFamily="34" charset="0"/>
                <a:ea typeface="Verdana" panose="020B0604030504040204" pitchFamily="34" charset="0"/>
                <a:cs typeface="Verdana" panose="020B0604030504040204" pitchFamily="34" charset="0"/>
              </a:rPr>
              <a: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a:t>
            </a:r>
            <a:r>
              <a:rPr lang="en-US" altLang="zh-CN" sz="1400" b="0" dirty="0" err="1">
                <a:latin typeface="Verdana" panose="020B0604030504040204" pitchFamily="34" charset="0"/>
                <a:ea typeface="Verdana" panose="020B0604030504040204" pitchFamily="34" charset="0"/>
                <a:cs typeface="Verdana" panose="020B0604030504040204" pitchFamily="34" charset="0"/>
              </a:rPr>
              <a:t>checkright</a:t>
            </a:r>
            <a:r>
              <a:rPr lang="en-US" altLang="zh-CN" sz="1400" b="0" dirty="0">
                <a:latin typeface="Verdana" panose="020B0604030504040204" pitchFamily="34" charset="0"/>
                <a:ea typeface="Verdana" panose="020B0604030504040204" pitchFamily="34" charset="0"/>
                <a:cs typeface="Verdana" panose="020B0604030504040204" pitchFamily="34" charset="0"/>
              </a:rPr>
              <a:t>=false;</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 else{</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a:t>
            </a:r>
            <a:r>
              <a:rPr lang="en-US" altLang="zh-CN" sz="1400" b="0" dirty="0" err="1">
                <a:latin typeface="Verdana" panose="020B0604030504040204" pitchFamily="34" charset="0"/>
                <a:ea typeface="Verdana" panose="020B0604030504040204" pitchFamily="34" charset="0"/>
                <a:cs typeface="Verdana" panose="020B0604030504040204" pitchFamily="34" charset="0"/>
              </a:rPr>
              <a:t>checkright</a:t>
            </a:r>
            <a:r>
              <a:rPr lang="en-US" altLang="zh-CN" sz="1400" b="0" dirty="0">
                <a:latin typeface="Verdana" panose="020B0604030504040204" pitchFamily="34" charset="0"/>
                <a:ea typeface="Verdana" panose="020B0604030504040204" pitchFamily="34" charset="0"/>
                <a:cs typeface="Verdana" panose="020B0604030504040204" pitchFamily="34" charset="0"/>
              </a:rPr>
              <a:t>=true;}</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return </a:t>
            </a:r>
            <a:r>
              <a:rPr lang="en-US" altLang="zh-CN" sz="1400" b="0" dirty="0" err="1">
                <a:latin typeface="Verdana" panose="020B0604030504040204" pitchFamily="34" charset="0"/>
                <a:ea typeface="Verdana" panose="020B0604030504040204" pitchFamily="34" charset="0"/>
                <a:cs typeface="Verdana" panose="020B0604030504040204" pitchFamily="34" charset="0"/>
              </a:rPr>
              <a:t>checkright</a:t>
            </a:r>
            <a:r>
              <a:rPr lang="en-US" altLang="zh-CN" sz="1400" b="0" dirty="0">
                <a:latin typeface="Verdana" panose="020B0604030504040204" pitchFamily="34" charset="0"/>
                <a:ea typeface="Verdana" panose="020B0604030504040204" pitchFamily="34" charset="0"/>
                <a:cs typeface="Verdana" panose="020B0604030504040204" pitchFamily="34" charset="0"/>
              </a:rPr>
              <a: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a:t>
            </a:r>
          </a:p>
        </p:txBody>
      </p:sp>
      <p:sp>
        <p:nvSpPr>
          <p:cNvPr id="7" name="矩形 6"/>
          <p:cNvSpPr/>
          <p:nvPr/>
        </p:nvSpPr>
        <p:spPr>
          <a:xfrm>
            <a:off x="5334000" y="819150"/>
            <a:ext cx="3733800" cy="2426305"/>
          </a:xfrm>
          <a:prstGeom prst="rect">
            <a:avLst/>
          </a:prstGeom>
        </p:spPr>
        <p:txBody>
          <a:bodyPr wrap="square">
            <a:spAutoFit/>
          </a:bodyPr>
          <a:lstStyle/>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function </a:t>
            </a:r>
            <a:r>
              <a:rPr lang="en-US" altLang="zh-CN" sz="1400" b="0" dirty="0" err="1">
                <a:latin typeface="Verdana" panose="020B0604030504040204" pitchFamily="34" charset="0"/>
                <a:ea typeface="Verdana" panose="020B0604030504040204" pitchFamily="34" charset="0"/>
                <a:cs typeface="Verdana" panose="020B0604030504040204" pitchFamily="34" charset="0"/>
              </a:rPr>
              <a:t>clearInfo</a:t>
            </a:r>
            <a:r>
              <a:rPr lang="en-US" altLang="zh-CN" sz="1400" b="0" dirty="0">
                <a:latin typeface="Verdana" panose="020B0604030504040204" pitchFamily="34" charset="0"/>
                <a:ea typeface="Verdana" panose="020B0604030504040204" pitchFamily="34" charset="0"/>
                <a:cs typeface="Verdana" panose="020B0604030504040204" pitchFamily="34" charset="0"/>
              </a:rPr>
              <a: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a:t>
            </a:r>
            <a:r>
              <a:rPr lang="en-US" altLang="zh-CN" sz="1400" b="0" dirty="0" err="1">
                <a:latin typeface="Verdana" panose="020B0604030504040204" pitchFamily="34" charset="0"/>
                <a:ea typeface="Verdana" panose="020B0604030504040204" pitchFamily="34" charset="0"/>
                <a:cs typeface="Verdana" panose="020B0604030504040204" pitchFamily="34" charset="0"/>
              </a:rPr>
              <a:t>var</a:t>
            </a:r>
            <a:r>
              <a:rPr lang="en-US" altLang="zh-CN" sz="1400" b="0" dirty="0">
                <a:latin typeface="Verdana" panose="020B0604030504040204" pitchFamily="34" charset="0"/>
                <a:ea typeface="Verdana" panose="020B0604030504040204" pitchFamily="34" charset="0"/>
                <a:cs typeface="Verdana" panose="020B0604030504040204" pitchFamily="34" charset="0"/>
              </a:rPr>
              <a:t> flag = confirm("</a:t>
            </a:r>
            <a:r>
              <a:rPr lang="zh-CN" altLang="en-US" sz="1400" b="0" dirty="0">
                <a:latin typeface="Verdana" panose="020B0604030504040204" pitchFamily="34" charset="0"/>
                <a:cs typeface="Verdana" panose="020B0604030504040204" pitchFamily="34" charset="0"/>
              </a:rPr>
              <a:t>确认要重置数据吗？</a:t>
            </a:r>
            <a:r>
              <a:rPr lang="en-US" altLang="zh-CN" sz="1400" b="0" dirty="0">
                <a:latin typeface="Verdana" panose="020B0604030504040204" pitchFamily="34" charset="0"/>
                <a:ea typeface="Verdana" panose="020B0604030504040204" pitchFamily="34" charset="0"/>
                <a:cs typeface="Verdana" panose="020B0604030504040204" pitchFamily="34" charset="0"/>
              </a:rPr>
              <a: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if(flag==true)</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a:t>
            </a:r>
            <a:r>
              <a:rPr lang="en-US" altLang="zh-CN" sz="1400" b="0" dirty="0" err="1">
                <a:latin typeface="Verdana" panose="020B0604030504040204" pitchFamily="34" charset="0"/>
                <a:ea typeface="Verdana" panose="020B0604030504040204" pitchFamily="34" charset="0"/>
                <a:cs typeface="Verdana" panose="020B0604030504040204" pitchFamily="34" charset="0"/>
              </a:rPr>
              <a:t>myname</a:t>
            </a:r>
            <a:r>
              <a:rPr lang="en-US" altLang="zh-CN" sz="1400" b="0" dirty="0">
                <a:latin typeface="Verdana" panose="020B0604030504040204" pitchFamily="34" charset="0"/>
                <a:ea typeface="Verdana" panose="020B0604030504040204" pitchFamily="34" charset="0"/>
                <a:cs typeface="Verdana" panose="020B0604030504040204" pitchFamily="34" charset="0"/>
              </a:rPr>
              <a:t>").value = "";</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$("mypwd1").value = "";</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$("mypwd2").value = "";</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   }</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&lt;/script&gt;</a:t>
            </a:r>
          </a:p>
          <a:p>
            <a:pPr>
              <a:lnSpc>
                <a:spcPts val="1400"/>
              </a:lnSpc>
              <a:spcBef>
                <a:spcPts val="0"/>
              </a:spcBef>
            </a:pPr>
            <a:r>
              <a:rPr lang="en-US" altLang="zh-CN" sz="1400" b="0" dirty="0">
                <a:latin typeface="Verdana" panose="020B0604030504040204" pitchFamily="34" charset="0"/>
                <a:ea typeface="Verdana" panose="020B0604030504040204" pitchFamily="34" charset="0"/>
                <a:cs typeface="Verdana" panose="020B0604030504040204" pitchFamily="34" charset="0"/>
              </a:rPr>
              <a:t>&lt;/head&gt;</a:t>
            </a:r>
            <a:endParaRPr lang="zh-CN" altLang="en-US" sz="1400" b="0" dirty="0">
              <a:latin typeface="Verdana" panose="020B0604030504040204" pitchFamily="34" charset="0"/>
              <a:cs typeface="Verdana" panose="020B060403050404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15.6  </a:t>
            </a:r>
            <a:r>
              <a:rPr lang="zh-CN" altLang="en-US" dirty="0"/>
              <a:t>综合实例</a:t>
            </a:r>
            <a:r>
              <a:rPr lang="en-US" altLang="zh-CN" dirty="0"/>
              <a:t>-</a:t>
            </a:r>
            <a:r>
              <a:rPr lang="zh-CN" altLang="en-US" dirty="0"/>
              <a:t>代码</a:t>
            </a:r>
          </a:p>
        </p:txBody>
      </p:sp>
      <p:sp>
        <p:nvSpPr>
          <p:cNvPr id="3" name="矩形 2"/>
          <p:cNvSpPr/>
          <p:nvPr/>
        </p:nvSpPr>
        <p:spPr>
          <a:xfrm>
            <a:off x="533400" y="819150"/>
            <a:ext cx="8534400" cy="3323987"/>
          </a:xfrm>
          <a:prstGeom prst="rect">
            <a:avLst/>
          </a:prstGeom>
        </p:spPr>
        <p:txBody>
          <a:bodyPr wrap="square">
            <a:spAutoFit/>
          </a:bodyPr>
          <a:lstStyle/>
          <a:p>
            <a:pPr>
              <a:lnSpc>
                <a:spcPts val="1400"/>
              </a:lnSpc>
              <a:spcBef>
                <a:spcPts val="0"/>
              </a:spcBef>
            </a:pPr>
            <a:r>
              <a:rPr lang="en-US" altLang="zh-CN" sz="1400" b="0" dirty="0">
                <a:latin typeface="Verdana" panose="020B0604030504040204" pitchFamily="34" charset="0"/>
              </a:rPr>
              <a:t>&lt;body&gt;</a:t>
            </a:r>
          </a:p>
          <a:p>
            <a:pPr>
              <a:lnSpc>
                <a:spcPts val="1400"/>
              </a:lnSpc>
              <a:spcBef>
                <a:spcPts val="0"/>
              </a:spcBef>
            </a:pPr>
            <a:r>
              <a:rPr lang="en-US" altLang="zh-CN" sz="1400" b="0" dirty="0">
                <a:latin typeface="Verdana" panose="020B0604030504040204" pitchFamily="34" charset="0"/>
              </a:rPr>
              <a:t>&lt;form action="regsuccess.html" method="get" </a:t>
            </a:r>
            <a:r>
              <a:rPr lang="en-US" altLang="zh-CN" sz="1400" b="0" dirty="0" err="1">
                <a:latin typeface="Verdana" panose="020B0604030504040204" pitchFamily="34" charset="0"/>
              </a:rPr>
              <a:t>onSubmit</a:t>
            </a:r>
            <a:r>
              <a:rPr lang="en-US" altLang="zh-CN" sz="1400" b="0" dirty="0">
                <a:latin typeface="Verdana" panose="020B0604030504040204" pitchFamily="34" charset="0"/>
              </a:rPr>
              <a:t>="return </a:t>
            </a:r>
            <a:r>
              <a:rPr lang="en-US" altLang="zh-CN" sz="1400" b="0" dirty="0" err="1">
                <a:latin typeface="Verdana" panose="020B0604030504040204" pitchFamily="34" charset="0"/>
              </a:rPr>
              <a:t>checkReg</a:t>
            </a:r>
            <a:r>
              <a:rPr lang="en-US" altLang="zh-CN" sz="1400" b="0" dirty="0">
                <a:latin typeface="Verdana" panose="020B0604030504040204" pitchFamily="34" charset="0"/>
              </a:rPr>
              <a:t>()" </a:t>
            </a:r>
            <a:r>
              <a:rPr lang="en-US" altLang="zh-CN" sz="1400" b="0" dirty="0" err="1">
                <a:latin typeface="Verdana" panose="020B0604030504040204" pitchFamily="34" charset="0"/>
              </a:rPr>
              <a:t>onReset</a:t>
            </a:r>
            <a:r>
              <a:rPr lang="en-US" altLang="zh-CN" sz="1400" b="0" dirty="0">
                <a:latin typeface="Verdana" panose="020B0604030504040204" pitchFamily="34" charset="0"/>
              </a:rPr>
              <a:t>="</a:t>
            </a:r>
            <a:r>
              <a:rPr lang="en-US" altLang="zh-CN" sz="1400" b="0" dirty="0" err="1">
                <a:latin typeface="Verdana" panose="020B0604030504040204" pitchFamily="34" charset="0"/>
              </a:rPr>
              <a:t>clearInfo</a:t>
            </a:r>
            <a:r>
              <a:rPr lang="en-US" altLang="zh-CN" sz="1400" b="0" dirty="0">
                <a:latin typeface="Verdana" panose="020B0604030504040204" pitchFamily="34" charset="0"/>
              </a:rPr>
              <a:t>()"&gt;</a:t>
            </a:r>
          </a:p>
          <a:p>
            <a:pPr>
              <a:lnSpc>
                <a:spcPts val="1400"/>
              </a:lnSpc>
              <a:spcBef>
                <a:spcPts val="0"/>
              </a:spcBef>
            </a:pPr>
            <a:r>
              <a:rPr lang="en-US" altLang="zh-CN" sz="1400" b="0" dirty="0">
                <a:latin typeface="Verdana" panose="020B0604030504040204" pitchFamily="34" charset="0"/>
              </a:rPr>
              <a:t>&lt;</a:t>
            </a:r>
            <a:r>
              <a:rPr lang="en-US" altLang="zh-CN" sz="1400" b="0" dirty="0" err="1">
                <a:latin typeface="Verdana" panose="020B0604030504040204" pitchFamily="34" charset="0"/>
              </a:rPr>
              <a:t>fieldset</a:t>
            </a:r>
            <a:r>
              <a:rPr lang="en-US" altLang="zh-CN" sz="1400" b="0" dirty="0">
                <a:latin typeface="Verdana" panose="020B0604030504040204" pitchFamily="34" charset="0"/>
              </a:rPr>
              <a:t>&gt;</a:t>
            </a:r>
          </a:p>
          <a:p>
            <a:pPr>
              <a:lnSpc>
                <a:spcPts val="1400"/>
              </a:lnSpc>
              <a:spcBef>
                <a:spcPts val="0"/>
              </a:spcBef>
            </a:pPr>
            <a:r>
              <a:rPr lang="en-US" altLang="zh-CN" sz="1400" b="0" dirty="0">
                <a:latin typeface="Verdana" panose="020B0604030504040204" pitchFamily="34" charset="0"/>
              </a:rPr>
              <a:t>   &lt;legend align="center" &gt;</a:t>
            </a:r>
            <a:r>
              <a:rPr lang="zh-CN" altLang="en-US" sz="1400" b="0" dirty="0">
                <a:latin typeface="Verdana" panose="020B0604030504040204" pitchFamily="34" charset="0"/>
              </a:rPr>
              <a:t>新用户注册</a:t>
            </a:r>
            <a:r>
              <a:rPr lang="en-US" altLang="zh-CN" sz="1400" b="0" dirty="0">
                <a:latin typeface="Verdana" panose="020B0604030504040204" pitchFamily="34" charset="0"/>
              </a:rPr>
              <a:t>&lt;/legend&gt;&lt;br&gt;</a:t>
            </a:r>
          </a:p>
          <a:p>
            <a:pPr>
              <a:lnSpc>
                <a:spcPts val="1400"/>
              </a:lnSpc>
              <a:spcBef>
                <a:spcPts val="0"/>
              </a:spcBef>
            </a:pPr>
            <a:r>
              <a:rPr lang="en-US" altLang="zh-CN" sz="1400" b="0" dirty="0">
                <a:latin typeface="Verdana" panose="020B0604030504040204" pitchFamily="34" charset="0"/>
              </a:rPr>
              <a:t>   &lt;div&gt;</a:t>
            </a:r>
          </a:p>
          <a:p>
            <a:pPr>
              <a:lnSpc>
                <a:spcPts val="1400"/>
              </a:lnSpc>
              <a:spcBef>
                <a:spcPts val="0"/>
              </a:spcBef>
            </a:pPr>
            <a:r>
              <a:rPr lang="en-US" altLang="zh-CN" sz="1400" b="0" dirty="0">
                <a:latin typeface="Verdana" panose="020B0604030504040204" pitchFamily="34" charset="0"/>
              </a:rPr>
              <a:t>   &lt;label &gt;</a:t>
            </a:r>
            <a:r>
              <a:rPr lang="zh-CN" altLang="en-US" sz="1400" b="0" dirty="0">
                <a:latin typeface="Verdana" panose="020B0604030504040204" pitchFamily="34" charset="0"/>
              </a:rPr>
              <a:t>用</a:t>
            </a:r>
            <a:r>
              <a:rPr lang="en-US" altLang="zh-CN" sz="1400" b="0" dirty="0">
                <a:latin typeface="Verdana" panose="020B0604030504040204" pitchFamily="34" charset="0"/>
              </a:rPr>
              <a:t>&amp;</a:t>
            </a:r>
            <a:r>
              <a:rPr lang="en-US" altLang="zh-CN" sz="1400" b="0" dirty="0" err="1">
                <a:latin typeface="Verdana" panose="020B0604030504040204" pitchFamily="34" charset="0"/>
              </a:rPr>
              <a:t>nbsp</a:t>
            </a:r>
            <a:r>
              <a:rPr lang="en-US" altLang="zh-CN" sz="1400" b="0" dirty="0">
                <a:latin typeface="Verdana" panose="020B0604030504040204" pitchFamily="34" charset="0"/>
              </a:rPr>
              <a:t>;</a:t>
            </a:r>
            <a:r>
              <a:rPr lang="zh-CN" altLang="en-US" sz="1400" b="0" dirty="0">
                <a:latin typeface="Verdana" panose="020B0604030504040204" pitchFamily="34" charset="0"/>
              </a:rPr>
              <a:t>户</a:t>
            </a:r>
            <a:r>
              <a:rPr lang="en-US" altLang="zh-CN" sz="1400" b="0" dirty="0">
                <a:latin typeface="Verdana" panose="020B0604030504040204" pitchFamily="34" charset="0"/>
              </a:rPr>
              <a:t>&amp;</a:t>
            </a:r>
            <a:r>
              <a:rPr lang="en-US" altLang="zh-CN" sz="1400" b="0" dirty="0" err="1">
                <a:latin typeface="Verdana" panose="020B0604030504040204" pitchFamily="34" charset="0"/>
              </a:rPr>
              <a:t>nbsp</a:t>
            </a:r>
            <a:r>
              <a:rPr lang="en-US" altLang="zh-CN" sz="1400" b="0" dirty="0">
                <a:latin typeface="Verdana" panose="020B0604030504040204" pitchFamily="34" charset="0"/>
              </a:rPr>
              <a:t>;</a:t>
            </a:r>
            <a:r>
              <a:rPr lang="zh-CN" altLang="en-US" sz="1400" b="0" dirty="0">
                <a:latin typeface="Verdana" panose="020B0604030504040204" pitchFamily="34" charset="0"/>
              </a:rPr>
              <a:t>名</a:t>
            </a:r>
            <a:r>
              <a:rPr lang="en-US" altLang="zh-CN" sz="1400" b="0" dirty="0">
                <a:latin typeface="Verdana" panose="020B0604030504040204" pitchFamily="34" charset="0"/>
              </a:rPr>
              <a:t>: &lt;/label&gt;</a:t>
            </a:r>
          </a:p>
          <a:p>
            <a:pPr>
              <a:lnSpc>
                <a:spcPts val="1400"/>
              </a:lnSpc>
              <a:spcBef>
                <a:spcPts val="0"/>
              </a:spcBef>
            </a:pPr>
            <a:r>
              <a:rPr lang="en-US" altLang="zh-CN" sz="1400" b="0" dirty="0">
                <a:latin typeface="Verdana" panose="020B0604030504040204" pitchFamily="34" charset="0"/>
              </a:rPr>
              <a:t>   &lt;input type="text" name="</a:t>
            </a:r>
            <a:r>
              <a:rPr lang="en-US" altLang="zh-CN" sz="1400" b="0" dirty="0" err="1">
                <a:latin typeface="Verdana" panose="020B0604030504040204" pitchFamily="34" charset="0"/>
              </a:rPr>
              <a:t>myname</a:t>
            </a:r>
            <a:r>
              <a:rPr lang="en-US" altLang="zh-CN" sz="1400" b="0" dirty="0">
                <a:latin typeface="Verdana" panose="020B0604030504040204" pitchFamily="34" charset="0"/>
              </a:rPr>
              <a:t>"&gt;&lt;strong&gt;(</a:t>
            </a:r>
            <a:r>
              <a:rPr lang="zh-CN" altLang="en-US" sz="1400" b="0" dirty="0">
                <a:latin typeface="Verdana" panose="020B0604030504040204" pitchFamily="34" charset="0"/>
              </a:rPr>
              <a:t>用户名要大于</a:t>
            </a:r>
            <a:r>
              <a:rPr lang="en-US" altLang="zh-CN" sz="1400" b="0" dirty="0">
                <a:latin typeface="Verdana" panose="020B0604030504040204" pitchFamily="34" charset="0"/>
              </a:rPr>
              <a:t>6</a:t>
            </a:r>
            <a:r>
              <a:rPr lang="zh-CN" altLang="en-US" sz="1400" b="0" dirty="0">
                <a:latin typeface="Verdana" panose="020B0604030504040204" pitchFamily="34" charset="0"/>
              </a:rPr>
              <a:t>位</a:t>
            </a:r>
            <a:r>
              <a:rPr lang="en-US" altLang="zh-CN" sz="1400" b="0" dirty="0">
                <a:latin typeface="Verdana" panose="020B0604030504040204" pitchFamily="34" charset="0"/>
              </a:rPr>
              <a:t>)&lt;/strong&gt;&lt;br&gt;</a:t>
            </a:r>
          </a:p>
          <a:p>
            <a:pPr>
              <a:lnSpc>
                <a:spcPts val="1400"/>
              </a:lnSpc>
              <a:spcBef>
                <a:spcPts val="0"/>
              </a:spcBef>
            </a:pPr>
            <a:r>
              <a:rPr lang="en-US" altLang="zh-CN" sz="1400" b="0" dirty="0">
                <a:latin typeface="Verdana" panose="020B0604030504040204" pitchFamily="34" charset="0"/>
              </a:rPr>
              <a:t>   &lt;label&gt; </a:t>
            </a:r>
            <a:r>
              <a:rPr lang="zh-CN" altLang="en-US" sz="1400" b="0" dirty="0">
                <a:latin typeface="Verdana" panose="020B0604030504040204" pitchFamily="34" charset="0"/>
              </a:rPr>
              <a:t>登录密码</a:t>
            </a:r>
            <a:r>
              <a:rPr lang="en-US" altLang="zh-CN" sz="1400" b="0" dirty="0">
                <a:latin typeface="Verdana" panose="020B0604030504040204" pitchFamily="34" charset="0"/>
              </a:rPr>
              <a:t>: &lt;/label&gt;</a:t>
            </a:r>
          </a:p>
          <a:p>
            <a:pPr>
              <a:lnSpc>
                <a:spcPts val="1400"/>
              </a:lnSpc>
              <a:spcBef>
                <a:spcPts val="0"/>
              </a:spcBef>
            </a:pPr>
            <a:r>
              <a:rPr lang="en-US" altLang="zh-CN" sz="1400" b="0" dirty="0">
                <a:latin typeface="Verdana" panose="020B0604030504040204" pitchFamily="34" charset="0"/>
              </a:rPr>
              <a:t>   &lt;input type="password" name="mypwd1"&gt;&lt;strong&gt;(</a:t>
            </a:r>
            <a:r>
              <a:rPr lang="zh-CN" altLang="en-US" sz="1400" b="0" dirty="0">
                <a:latin typeface="Verdana" panose="020B0604030504040204" pitchFamily="34" charset="0"/>
              </a:rPr>
              <a:t>密码要大于</a:t>
            </a:r>
            <a:r>
              <a:rPr lang="en-US" altLang="zh-CN" sz="1400" b="0" dirty="0">
                <a:latin typeface="Verdana" panose="020B0604030504040204" pitchFamily="34" charset="0"/>
              </a:rPr>
              <a:t>6</a:t>
            </a:r>
            <a:r>
              <a:rPr lang="zh-CN" altLang="en-US" sz="1400" b="0" dirty="0">
                <a:latin typeface="Verdana" panose="020B0604030504040204" pitchFamily="34" charset="0"/>
              </a:rPr>
              <a:t>位</a:t>
            </a:r>
            <a:r>
              <a:rPr lang="en-US" altLang="zh-CN" sz="1400" b="0" dirty="0">
                <a:latin typeface="Verdana" panose="020B0604030504040204" pitchFamily="34" charset="0"/>
              </a:rPr>
              <a:t>)&lt;/strong&gt;&lt;br&gt;</a:t>
            </a:r>
          </a:p>
          <a:p>
            <a:pPr>
              <a:lnSpc>
                <a:spcPts val="1400"/>
              </a:lnSpc>
              <a:spcBef>
                <a:spcPts val="0"/>
              </a:spcBef>
            </a:pPr>
            <a:r>
              <a:rPr lang="en-US" altLang="zh-CN" sz="1400" b="0" dirty="0">
                <a:latin typeface="Verdana" panose="020B0604030504040204" pitchFamily="34" charset="0"/>
              </a:rPr>
              <a:t>  &lt;label&gt; </a:t>
            </a:r>
            <a:r>
              <a:rPr lang="zh-CN" altLang="en-US" sz="1400" b="0" dirty="0">
                <a:latin typeface="Verdana" panose="020B0604030504040204" pitchFamily="34" charset="0"/>
              </a:rPr>
              <a:t>密码确认</a:t>
            </a:r>
            <a:r>
              <a:rPr lang="en-US" altLang="zh-CN" sz="1400" b="0" dirty="0">
                <a:latin typeface="Verdana" panose="020B0604030504040204" pitchFamily="34" charset="0"/>
              </a:rPr>
              <a:t>: &lt;/label&gt;          </a:t>
            </a:r>
          </a:p>
          <a:p>
            <a:pPr>
              <a:lnSpc>
                <a:spcPts val="1400"/>
              </a:lnSpc>
              <a:spcBef>
                <a:spcPts val="0"/>
              </a:spcBef>
            </a:pPr>
            <a:r>
              <a:rPr lang="en-US" altLang="zh-CN" sz="1400" b="0" dirty="0">
                <a:latin typeface="Verdana" panose="020B0604030504040204" pitchFamily="34" charset="0"/>
              </a:rPr>
              <a:t>   &lt;input type="password" name="mypwd2"&gt;&lt;br&gt;</a:t>
            </a:r>
          </a:p>
          <a:p>
            <a:pPr>
              <a:lnSpc>
                <a:spcPts val="1400"/>
              </a:lnSpc>
              <a:spcBef>
                <a:spcPts val="0"/>
              </a:spcBef>
            </a:pPr>
            <a:r>
              <a:rPr lang="en-US" altLang="zh-CN" sz="1400" b="0" dirty="0">
                <a:latin typeface="Verdana" panose="020B0604030504040204" pitchFamily="34" charset="0"/>
              </a:rPr>
              <a:t>  &lt;input id="button" type="submit" value="</a:t>
            </a:r>
            <a:r>
              <a:rPr lang="zh-CN" altLang="en-US" sz="1400" b="0" dirty="0">
                <a:latin typeface="Verdana" panose="020B0604030504040204" pitchFamily="34" charset="0"/>
              </a:rPr>
              <a:t>用户注册</a:t>
            </a:r>
            <a:r>
              <a:rPr lang="en-US" altLang="zh-CN" sz="1400" b="0" dirty="0">
                <a:latin typeface="Verdana" panose="020B0604030504040204" pitchFamily="34" charset="0"/>
              </a:rPr>
              <a:t>" &gt;</a:t>
            </a:r>
          </a:p>
          <a:p>
            <a:pPr>
              <a:lnSpc>
                <a:spcPts val="1400"/>
              </a:lnSpc>
              <a:spcBef>
                <a:spcPts val="0"/>
              </a:spcBef>
            </a:pPr>
            <a:r>
              <a:rPr lang="en-US" altLang="zh-CN" sz="1400" b="0" dirty="0">
                <a:latin typeface="Verdana" panose="020B0604030504040204" pitchFamily="34" charset="0"/>
              </a:rPr>
              <a:t>  &lt;input  id="button" type="reset" value="</a:t>
            </a:r>
            <a:r>
              <a:rPr lang="zh-CN" altLang="en-US" sz="1400" b="0" dirty="0">
                <a:latin typeface="Verdana" panose="020B0604030504040204" pitchFamily="34" charset="0"/>
              </a:rPr>
              <a:t>重置</a:t>
            </a:r>
            <a:r>
              <a:rPr lang="en-US" altLang="zh-CN" sz="1400" b="0" dirty="0">
                <a:latin typeface="Verdana" panose="020B0604030504040204" pitchFamily="34" charset="0"/>
              </a:rPr>
              <a:t>"&gt;</a:t>
            </a:r>
          </a:p>
          <a:p>
            <a:pPr>
              <a:lnSpc>
                <a:spcPts val="1400"/>
              </a:lnSpc>
              <a:spcBef>
                <a:spcPts val="0"/>
              </a:spcBef>
            </a:pPr>
            <a:r>
              <a:rPr lang="en-US" altLang="zh-CN" sz="1400" b="0" dirty="0">
                <a:latin typeface="Verdana" panose="020B0604030504040204" pitchFamily="34" charset="0"/>
              </a:rPr>
              <a:t>  &lt;/div&gt; </a:t>
            </a:r>
          </a:p>
          <a:p>
            <a:pPr>
              <a:lnSpc>
                <a:spcPts val="1400"/>
              </a:lnSpc>
              <a:spcBef>
                <a:spcPts val="0"/>
              </a:spcBef>
            </a:pPr>
            <a:r>
              <a:rPr lang="en-US" altLang="zh-CN" sz="1400" b="0" dirty="0">
                <a:latin typeface="Verdana" panose="020B0604030504040204" pitchFamily="34" charset="0"/>
              </a:rPr>
              <a:t> &lt;/</a:t>
            </a:r>
            <a:r>
              <a:rPr lang="en-US" altLang="zh-CN" sz="1400" b="0" dirty="0" err="1">
                <a:latin typeface="Verdana" panose="020B0604030504040204" pitchFamily="34" charset="0"/>
              </a:rPr>
              <a:t>fieldset</a:t>
            </a:r>
            <a:r>
              <a:rPr lang="en-US" altLang="zh-CN" sz="1400" b="0" dirty="0">
                <a:latin typeface="Verdana" panose="020B0604030504040204" pitchFamily="34" charset="0"/>
              </a:rPr>
              <a:t>&gt;</a:t>
            </a:r>
          </a:p>
          <a:p>
            <a:pPr>
              <a:lnSpc>
                <a:spcPts val="1400"/>
              </a:lnSpc>
              <a:spcBef>
                <a:spcPts val="0"/>
              </a:spcBef>
            </a:pPr>
            <a:r>
              <a:rPr lang="en-US" altLang="zh-CN" sz="1400" b="0" dirty="0">
                <a:latin typeface="Verdana" panose="020B0604030504040204" pitchFamily="34" charset="0"/>
              </a:rPr>
              <a:t>&lt;/form&gt;</a:t>
            </a:r>
          </a:p>
          <a:p>
            <a:pPr>
              <a:lnSpc>
                <a:spcPts val="1400"/>
              </a:lnSpc>
              <a:spcBef>
                <a:spcPts val="0"/>
              </a:spcBef>
            </a:pPr>
            <a:r>
              <a:rPr lang="en-US" altLang="zh-CN" sz="1400" b="0" dirty="0">
                <a:latin typeface="Verdana" panose="020B0604030504040204" pitchFamily="34" charset="0"/>
              </a:rPr>
              <a:t>&lt;/body&gt;</a:t>
            </a:r>
            <a:endParaRPr lang="zh-CN" altLang="en-US" sz="1400" b="0" dirty="0">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a:t>
            </a:r>
            <a:r>
              <a:rPr lang="zh-CN" altLang="en-US" dirty="0"/>
              <a:t>事件循环</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742950"/>
            <a:ext cx="3243263" cy="432435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9063" y="719725"/>
            <a:ext cx="4695783" cy="4501742"/>
          </a:xfrm>
          <a:prstGeom prst="rect">
            <a:avLst/>
          </a:prstGeom>
        </p:spPr>
      </p:pic>
      <p:sp>
        <p:nvSpPr>
          <p:cNvPr id="6" name="TextBox 5"/>
          <p:cNvSpPr txBox="1"/>
          <p:nvPr/>
        </p:nvSpPr>
        <p:spPr>
          <a:xfrm>
            <a:off x="2971800" y="4705350"/>
            <a:ext cx="838200" cy="397032"/>
          </a:xfrm>
          <a:prstGeom prst="rect">
            <a:avLst/>
          </a:prstGeom>
          <a:solidFill>
            <a:schemeClr val="accent6">
              <a:lumMod val="60000"/>
              <a:lumOff val="40000"/>
            </a:schemeClr>
          </a:solidFill>
        </p:spPr>
        <p:txBody>
          <a:bodyPr wrap="square" rtlCol="0">
            <a:spAutoFit/>
          </a:bodyPr>
          <a:lstStyle/>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 WeChat </a:t>
            </a:r>
            <a:r>
              <a:rPr lang="zh-CN" altLang="en-US" dirty="0"/>
              <a:t>事件系统</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641758"/>
            <a:ext cx="3300413" cy="4400551"/>
          </a:xfrm>
          <a:prstGeom prst="rect">
            <a:avLst/>
          </a:prstGeom>
        </p:spPr>
      </p:pic>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3973" r="3292"/>
          <a:stretch>
            <a:fillRect/>
          </a:stretch>
        </p:blipFill>
        <p:spPr>
          <a:xfrm>
            <a:off x="3810000" y="641758"/>
            <a:ext cx="5334000" cy="4386719"/>
          </a:xfrm>
          <a:prstGeom prst="rect">
            <a:avLst/>
          </a:prstGeom>
        </p:spPr>
      </p:pic>
      <p:sp>
        <p:nvSpPr>
          <p:cNvPr id="5" name="TextBox 4"/>
          <p:cNvSpPr txBox="1"/>
          <p:nvPr/>
        </p:nvSpPr>
        <p:spPr>
          <a:xfrm>
            <a:off x="2971800" y="4631445"/>
            <a:ext cx="838200" cy="397032"/>
          </a:xfrm>
          <a:prstGeom prst="rect">
            <a:avLst/>
          </a:prstGeom>
          <a:solidFill>
            <a:schemeClr val="accent6">
              <a:lumMod val="60000"/>
              <a:lumOff val="40000"/>
            </a:schemeClr>
          </a:solidFill>
        </p:spPr>
        <p:txBody>
          <a:bodyPr wrap="square" rtlCol="0">
            <a:spAutoFit/>
          </a:bodyPr>
          <a:lstStyle/>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r>
              <a:rPr lang="zh-CN" altLang="en-US" dirty="0"/>
              <a:t>本章小结</a:t>
            </a:r>
          </a:p>
        </p:txBody>
      </p:sp>
      <p:sp>
        <p:nvSpPr>
          <p:cNvPr id="155651" name="Rectangle 3"/>
          <p:cNvSpPr>
            <a:spLocks noGrp="1" noChangeArrowheads="1"/>
          </p:cNvSpPr>
          <p:nvPr>
            <p:ph idx="1"/>
          </p:nvPr>
        </p:nvSpPr>
        <p:spPr>
          <a:xfrm>
            <a:off x="533400" y="819151"/>
            <a:ext cx="8509000" cy="3810000"/>
          </a:xfrm>
        </p:spPr>
        <p:txBody>
          <a:bodyPr/>
          <a:lstStyle/>
          <a:p>
            <a:pPr marL="0" indent="0">
              <a:spcBef>
                <a:spcPts val="0"/>
              </a:spcBef>
              <a:spcAft>
                <a:spcPts val="0"/>
              </a:spcAft>
              <a:buNone/>
            </a:pPr>
            <a:r>
              <a:rPr lang="en-US" altLang="zh-CN" dirty="0"/>
              <a:t>       </a:t>
            </a:r>
            <a:r>
              <a:rPr lang="zh-CN" altLang="zh-CN" dirty="0"/>
              <a:t>本章介绍</a:t>
            </a:r>
            <a:r>
              <a:rPr lang="en-US" altLang="zh-CN" dirty="0"/>
              <a:t>JavaScript</a:t>
            </a:r>
            <a:r>
              <a:rPr lang="zh-CN" altLang="zh-CN" dirty="0"/>
              <a:t>脚本中的事件处理的概念、方法，列出了常用的事件及事件句柄，并且介绍了如何编写用户自定义的事件处理函数以及如何将它们与页面中用户的动作相关联，以得到预期的交互性能。</a:t>
            </a:r>
          </a:p>
          <a:p>
            <a:pPr marL="0" indent="0">
              <a:spcBef>
                <a:spcPts val="0"/>
              </a:spcBef>
              <a:spcAft>
                <a:spcPts val="0"/>
              </a:spcAft>
              <a:buNone/>
            </a:pPr>
            <a:r>
              <a:rPr lang="en-US" altLang="zh-CN" dirty="0"/>
              <a:t>       </a:t>
            </a:r>
            <a:r>
              <a:rPr lang="zh-CN" altLang="zh-CN" dirty="0"/>
              <a:t>重点介绍了</a:t>
            </a:r>
            <a:r>
              <a:rPr lang="en-US" altLang="zh-CN" dirty="0"/>
              <a:t>Web</a:t>
            </a:r>
            <a:r>
              <a:rPr lang="zh-CN" altLang="zh-CN" dirty="0"/>
              <a:t>开发中常用的表单事件、鼠标事件、键盘事件等。在表单事件中，详细介绍表单元素的焦点事件、表单提交与重置事件以及表单元素的选中及改变事件。在鼠标事件中，详细介绍鼠标单击及鼠标移动事件。在窗口事件中，主要介绍了装载事件和卸载事件。</a:t>
            </a:r>
            <a:r>
              <a:rPr lang="en-US" altLang="zh-CN" dirty="0"/>
              <a:t>Web</a:t>
            </a:r>
            <a:r>
              <a:rPr lang="zh-CN" altLang="zh-CN" dirty="0"/>
              <a:t>前端开发人员只要掌握</a:t>
            </a:r>
            <a:r>
              <a:rPr lang="en-US" altLang="zh-CN" dirty="0"/>
              <a:t>JavaScript</a:t>
            </a:r>
            <a:r>
              <a:rPr lang="zh-CN" altLang="zh-CN" dirty="0"/>
              <a:t>事件概念、事件触发类型和事件处理的方式，就可以开发出具有交互性、动态性的页面。</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05000" y="171451"/>
            <a:ext cx="5562600" cy="535531"/>
          </a:xfrm>
          <a:prstGeom prst="rect">
            <a:avLst/>
          </a:prstGeom>
          <a:noFill/>
        </p:spPr>
        <p:txBody>
          <a:bodyPr wrap="square" rtlCol="0">
            <a:spAutoFit/>
          </a:bodyPr>
          <a:lstStyle/>
          <a:p>
            <a:pPr algn="ctr" defTabSz="463550">
              <a:spcBef>
                <a:spcPct val="0"/>
              </a:spcBef>
            </a:pPr>
            <a:r>
              <a:rPr lang="zh-CN" altLang="en-US" sz="3200" dirty="0">
                <a:solidFill>
                  <a:srgbClr val="000066"/>
                </a:solidFill>
                <a:latin typeface="+mj-lt"/>
                <a:ea typeface="+mj-ea"/>
                <a:cs typeface="+mj-cs"/>
              </a:rPr>
              <a:t>练习与实验</a:t>
            </a:r>
            <a:r>
              <a:rPr lang="en-US" altLang="zh-CN" sz="3200" dirty="0">
                <a:solidFill>
                  <a:srgbClr val="000066"/>
                </a:solidFill>
                <a:latin typeface="+mj-lt"/>
                <a:ea typeface="+mj-ea"/>
                <a:cs typeface="+mj-cs"/>
              </a:rPr>
              <a:t>15</a:t>
            </a:r>
            <a:endParaRPr lang="zh-CN" altLang="en-US" sz="3200" dirty="0">
              <a:solidFill>
                <a:srgbClr val="000066"/>
              </a:solidFill>
              <a:latin typeface="+mj-lt"/>
              <a:ea typeface="+mj-ea"/>
              <a:cs typeface="+mj-cs"/>
            </a:endParaRPr>
          </a:p>
        </p:txBody>
      </p:sp>
      <p:sp>
        <p:nvSpPr>
          <p:cNvPr id="3" name="TextBox 2"/>
          <p:cNvSpPr txBox="1"/>
          <p:nvPr/>
        </p:nvSpPr>
        <p:spPr>
          <a:xfrm>
            <a:off x="1371600" y="1085850"/>
            <a:ext cx="7162800" cy="769441"/>
          </a:xfrm>
          <a:prstGeom prst="rect">
            <a:avLst/>
          </a:prstGeom>
          <a:noFill/>
        </p:spPr>
        <p:txBody>
          <a:bodyPr wrap="square" rtlCol="0">
            <a:spAutoFit/>
          </a:bodyPr>
          <a:lstStyle/>
          <a:p>
            <a:r>
              <a:rPr lang="zh-CN" altLang="en-US" dirty="0"/>
              <a:t>作业：</a:t>
            </a:r>
            <a:endParaRPr lang="en-US" altLang="zh-CN" dirty="0"/>
          </a:p>
          <a:p>
            <a:r>
              <a:rPr lang="zh-CN" altLang="en-US" dirty="0"/>
              <a:t>完成本章练习与实验</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UyZWZhMWIwODYxZTgxOTZmNWUwZGY3NGUzZjhkNmUifQ=="/>
</p:tagLst>
</file>

<file path=ppt/theme/theme1.xml><?xml version="1.0" encoding="utf-8"?>
<a:theme xmlns:a="http://schemas.openxmlformats.org/drawingml/2006/main" name="6_CS3510">
  <a:themeElements>
    <a:clrScheme name="1_CS3510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fontScheme name="1_CS3510">
      <a:majorFont>
        <a:latin typeface="黑体"/>
        <a:ea typeface="黑体"/>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000080">
                <a:gamma/>
                <a:shade val="46275"/>
                <a:invGamma/>
              </a:srgbClr>
            </a:gs>
            <a:gs pos="100000">
              <a:srgbClr val="000080"/>
            </a:gs>
          </a:gsLst>
          <a:lin ang="5400000" scaled="1"/>
        </a:gradFill>
        <a:ln w="25400" cap="flat" cmpd="sng" algn="ctr">
          <a:solidFill>
            <a:srgbClr val="FFFFFF"/>
          </a:solidFill>
          <a:prstDash val="solid"/>
          <a:round/>
          <a:headEnd type="none" w="med" len="med"/>
          <a:tailEnd type="none" w="med" len="med"/>
        </a:ln>
        <a:effectLst>
          <a:outerShdw dist="107763" dir="2700000" algn="ctr" rotWithShape="0">
            <a:srgbClr val="000000">
              <a:alpha val="50000"/>
            </a:srgbClr>
          </a:outerShdw>
        </a:effectLst>
      </a:spPr>
      <a:bodyPr vert="horz" wrap="none" lIns="91440" tIns="45720" rIns="91440" bIns="45720" numCol="1" anchor="ctr" anchorCtr="0" compatLnSpc="1"/>
      <a:lstStyle>
        <a:defPPr marL="784225" marR="0" indent="-419100" algn="l" defTabSz="1158875" rtl="0" eaLnBrk="0" fontAlgn="base" latinLnBrk="0" hangingPunct="0">
          <a:lnSpc>
            <a:spcPct val="90000"/>
          </a:lnSpc>
          <a:spcBef>
            <a:spcPct val="20000"/>
          </a:spcBef>
          <a:spcAft>
            <a:spcPct val="0"/>
          </a:spcAft>
          <a:buClr>
            <a:srgbClr val="660066"/>
          </a:buClr>
          <a:buSzPct val="100000"/>
          <a:buFont typeface="Wingdings" panose="05000000000000000000" pitchFamily="2" charset="2"/>
          <a:buNone/>
          <a:defRPr kumimoji="0" lang="zh-CN" altLang="en-US" sz="22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defRPr>
        </a:defPPr>
      </a:lstStyle>
    </a:spDef>
    <a:lnDef>
      <a:spPr bwMode="auto">
        <a:xfrm>
          <a:off x="0" y="0"/>
          <a:ext cx="1" cy="1"/>
        </a:xfrm>
        <a:custGeom>
          <a:avLst/>
          <a:gdLst/>
          <a:ahLst/>
          <a:cxnLst/>
          <a:rect l="0" t="0" r="0" b="0"/>
          <a:pathLst/>
        </a:custGeom>
        <a:gradFill rotWithShape="1">
          <a:gsLst>
            <a:gs pos="0">
              <a:srgbClr val="000080">
                <a:gamma/>
                <a:shade val="46275"/>
                <a:invGamma/>
              </a:srgbClr>
            </a:gs>
            <a:gs pos="100000">
              <a:srgbClr val="000080"/>
            </a:gs>
          </a:gsLst>
          <a:lin ang="5400000" scaled="1"/>
        </a:gradFill>
        <a:ln w="25400" cap="flat" cmpd="sng" algn="ctr">
          <a:solidFill>
            <a:srgbClr val="FFFFFF"/>
          </a:solidFill>
          <a:prstDash val="solid"/>
          <a:round/>
          <a:headEnd type="none" w="med" len="med"/>
          <a:tailEnd type="none" w="med" len="med"/>
        </a:ln>
        <a:effectLst>
          <a:outerShdw dist="107763" dir="2700000" algn="ctr" rotWithShape="0">
            <a:srgbClr val="000000">
              <a:alpha val="50000"/>
            </a:srgbClr>
          </a:outerShdw>
        </a:effectLst>
      </a:spPr>
      <a:bodyPr vert="horz" wrap="none" lIns="91440" tIns="45720" rIns="91440" bIns="45720" numCol="1" anchor="ctr" anchorCtr="0" compatLnSpc="1"/>
      <a:lstStyle>
        <a:defPPr marL="784225" marR="0" indent="-419100" algn="l" defTabSz="1158875" rtl="0" eaLnBrk="0" fontAlgn="base" latinLnBrk="0" hangingPunct="0">
          <a:lnSpc>
            <a:spcPct val="90000"/>
          </a:lnSpc>
          <a:spcBef>
            <a:spcPct val="20000"/>
          </a:spcBef>
          <a:spcAft>
            <a:spcPct val="0"/>
          </a:spcAft>
          <a:buClr>
            <a:srgbClr val="660066"/>
          </a:buClr>
          <a:buSzPct val="100000"/>
          <a:buFont typeface="Wingdings" panose="05000000000000000000" pitchFamily="2" charset="2"/>
          <a:buNone/>
          <a:defRPr kumimoji="0" lang="zh-CN" altLang="en-US" sz="22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defRPr>
        </a:defPPr>
      </a:lstStyle>
    </a:lnDef>
  </a:objectDefaults>
  <a:extraClrSchemeLst>
    <a:extraClrScheme>
      <a:clrScheme name="1_CS3510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CS3510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CS3510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CS3510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CS3510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CS3510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CS3510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4828</Words>
  <Application>Microsoft Office PowerPoint</Application>
  <PresentationFormat>On-screen Show (16:9)</PresentationFormat>
  <Paragraphs>520</Paragraphs>
  <Slides>33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宋体</vt:lpstr>
      <vt:lpstr>微软雅黑</vt:lpstr>
      <vt:lpstr>黑体</vt:lpstr>
      <vt:lpstr>Arial</vt:lpstr>
      <vt:lpstr>Times New Roman</vt:lpstr>
      <vt:lpstr>Verdana</vt:lpstr>
      <vt:lpstr>Wingdings</vt:lpstr>
      <vt:lpstr>6_CS3510</vt:lpstr>
      <vt:lpstr>第15章 JavaScript事件分析(1-2课时)</vt:lpstr>
      <vt:lpstr>本章学习目标</vt:lpstr>
      <vt:lpstr>15.1  JavaScript事件概述</vt:lpstr>
      <vt:lpstr>15.1.1 事件类型</vt:lpstr>
      <vt:lpstr>15.1.2 事件句柄</vt:lpstr>
      <vt:lpstr>15.1.2 事件句柄-一览表  Table 15-1</vt:lpstr>
      <vt:lpstr>15.1.3 事件处理</vt:lpstr>
      <vt:lpstr>15.1.3 事件处理-静态指定</vt:lpstr>
      <vt:lpstr>15.1.3 事件处理-动态指定 </vt:lpstr>
      <vt:lpstr>15.1.3 事件处理-特定对象的特定事件指定 </vt:lpstr>
      <vt:lpstr>15.1.4 事件处理程序的返回值</vt:lpstr>
      <vt:lpstr>15.1.4 事件处理程序的返回值-案例 </vt:lpstr>
      <vt:lpstr>15.2  表单事件</vt:lpstr>
      <vt:lpstr>15.2.1 获得及失去焦点事件</vt:lpstr>
      <vt:lpstr>15.2.2 提交及重置事件</vt:lpstr>
      <vt:lpstr>15.2.2 提交及重置事件-案例</vt:lpstr>
      <vt:lpstr>15.2.3 改变及选择事件</vt:lpstr>
      <vt:lpstr>15.2.3 改变及选择事件-案例 </vt:lpstr>
      <vt:lpstr>15.3 鼠标事件  Lack in Book </vt:lpstr>
      <vt:lpstr>15.3.1 鼠标单击、双击事件</vt:lpstr>
      <vt:lpstr>15.3.2 鼠标移动事件</vt:lpstr>
      <vt:lpstr>15.3.2 鼠标移动事件-案例</vt:lpstr>
      <vt:lpstr>15.4 键盘事件</vt:lpstr>
      <vt:lpstr>15.4 键盘事件-案例</vt:lpstr>
      <vt:lpstr>15.5 窗口事件</vt:lpstr>
      <vt:lpstr>15.6  综合实例</vt:lpstr>
      <vt:lpstr>15.6  综合实例-代码</vt:lpstr>
      <vt:lpstr>15.6  综合实例-代码</vt:lpstr>
      <vt:lpstr>15.6  综合实例-代码</vt:lpstr>
      <vt:lpstr>JavaScript 事件循环</vt:lpstr>
      <vt:lpstr>Case - WeChat 事件系统</vt:lpstr>
      <vt:lpstr>本章小结</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Max</cp:lastModifiedBy>
  <cp:revision>561</cp:revision>
  <cp:lastPrinted>2113-01-01T00:00:00Z</cp:lastPrinted>
  <dcterms:created xsi:type="dcterms:W3CDTF">2113-01-01T00:00:00Z</dcterms:created>
  <dcterms:modified xsi:type="dcterms:W3CDTF">2026-04-07T08:00:38Z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220B6367F06E4C97B4D63A051EEE142F_12</vt:lpwstr>
  </property>
  <property fmtid="{D5CDD505-2E9C-101B-9397-08002B2CF9AE}" pid="4" name="KSOProductBuildVer">
    <vt:lpwstr>2052-12.1.0.16417</vt:lpwstr>
  </property>
</Properties>
</file>